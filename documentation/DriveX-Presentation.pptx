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1" r:id="rId1"/>
  </p:sldMasterIdLst>
  <p:notesMasterIdLst>
    <p:notesMasterId r:id="rId17"/>
  </p:notesMasterIdLst>
  <p:sldIdLst>
    <p:sldId id="275" r:id="rId2"/>
    <p:sldId id="257" r:id="rId3"/>
    <p:sldId id="258" r:id="rId4"/>
    <p:sldId id="285" r:id="rId5"/>
    <p:sldId id="286" r:id="rId6"/>
    <p:sldId id="292" r:id="rId7"/>
    <p:sldId id="294" r:id="rId8"/>
    <p:sldId id="287" r:id="rId9"/>
    <p:sldId id="291" r:id="rId10"/>
    <p:sldId id="295" r:id="rId11"/>
    <p:sldId id="289" r:id="rId12"/>
    <p:sldId id="290" r:id="rId13"/>
    <p:sldId id="293" r:id="rId14"/>
    <p:sldId id="284" r:id="rId15"/>
    <p:sldId id="269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0946B0E-C896-4CBD-82CF-768372B2CC13}" v="372" dt="2025-11-25T14:13:14.648"/>
    <p1510:client id="{C245A214-42B0-4700-9642-F21F796D9E88}" v="36" dt="2025-11-25T14:42:47.939"/>
    <p1510:client id="{F0CB74ED-43CF-47D6-97CE-DAE3FB51E4C3}" v="10" dt="2025-11-25T14:50:27.42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B840F93-F326-418D-93C5-95187B6D9B47}" type="doc">
      <dgm:prSet loTypeId="urn:microsoft.com/office/officeart/2005/8/layout/hierarchy2" loCatId="hierarchy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D86AFC38-BB4E-4FF1-9A16-3A32EF2FFDB5}">
      <dgm:prSet phldrT="[Text]" phldr="0"/>
      <dgm:spPr/>
      <dgm:t>
        <a:bodyPr/>
        <a:lstStyle/>
        <a:p>
          <a:pPr algn="ctr" rtl="0">
            <a:lnSpc>
              <a:spcPct val="90000"/>
            </a:lnSpc>
          </a:pPr>
          <a:r>
            <a:rPr lang="en-US" sz="1400" dirty="0">
              <a:solidFill>
                <a:srgbClr val="FFFFFF"/>
              </a:solidFill>
              <a:latin typeface="Calibri" panose="020F0502020204030204"/>
              <a:ea typeface="+mn-ea"/>
              <a:cs typeface="+mn-cs"/>
            </a:rPr>
            <a:t>Mode</a:t>
          </a:r>
        </a:p>
      </dgm:t>
    </dgm:pt>
    <dgm:pt modelId="{6C0057FF-8FBC-478F-B5A5-F14350CB0582}" type="parTrans" cxnId="{74ED70C3-6B25-49E5-8372-C00685B022B1}">
      <dgm:prSet/>
      <dgm:spPr/>
      <dgm:t>
        <a:bodyPr/>
        <a:lstStyle/>
        <a:p>
          <a:endParaRPr lang="en-US"/>
        </a:p>
      </dgm:t>
    </dgm:pt>
    <dgm:pt modelId="{1CD5DC14-FAC0-4CE6-A870-B392570E2655}" type="sibTrans" cxnId="{74ED70C3-6B25-49E5-8372-C00685B022B1}">
      <dgm:prSet/>
      <dgm:spPr/>
      <dgm:t>
        <a:bodyPr/>
        <a:lstStyle/>
        <a:p>
          <a:endParaRPr lang="en-US"/>
        </a:p>
      </dgm:t>
    </dgm:pt>
    <dgm:pt modelId="{8949E9B2-A647-4776-9011-E08BE9A394D9}">
      <dgm:prSet phldrT="[Text]" phldr="0"/>
      <dgm:spPr/>
      <dgm:t>
        <a:bodyPr/>
        <a:lstStyle/>
        <a:p>
          <a:pPr algn="ctr" rtl="0">
            <a:lnSpc>
              <a:spcPct val="90000"/>
            </a:lnSpc>
          </a:pPr>
          <a:r>
            <a:rPr lang="en-US" sz="1400" dirty="0">
              <a:solidFill>
                <a:srgbClr val="FFFFFF"/>
              </a:solidFill>
              <a:latin typeface="Calibri" panose="020F0502020204030204"/>
              <a:ea typeface="+mn-ea"/>
              <a:cs typeface="+mn-cs"/>
            </a:rPr>
            <a:t>Bluetooth Mode</a:t>
          </a:r>
        </a:p>
      </dgm:t>
    </dgm:pt>
    <dgm:pt modelId="{605A0F28-8452-4AD7-8118-EA9608D0BF5A}" type="parTrans" cxnId="{8FD2FDC6-F4C2-4184-8095-9EB67206F042}">
      <dgm:prSet/>
      <dgm:spPr/>
      <dgm:t>
        <a:bodyPr/>
        <a:lstStyle/>
        <a:p>
          <a:endParaRPr lang="en-US"/>
        </a:p>
      </dgm:t>
    </dgm:pt>
    <dgm:pt modelId="{19693A59-DF6C-4D13-B62F-D049F2C9AF96}" type="sibTrans" cxnId="{8FD2FDC6-F4C2-4184-8095-9EB67206F042}">
      <dgm:prSet/>
      <dgm:spPr/>
      <dgm:t>
        <a:bodyPr/>
        <a:lstStyle/>
        <a:p>
          <a:endParaRPr lang="en-US"/>
        </a:p>
      </dgm:t>
    </dgm:pt>
    <dgm:pt modelId="{9F23B9E2-CCC5-4DC4-80F9-11726DC22308}">
      <dgm:prSet phldrT="[Text]" phldr="0"/>
      <dgm:spPr/>
      <dgm:t>
        <a:bodyPr/>
        <a:lstStyle/>
        <a:p>
          <a:pPr algn="ctr" rtl="0">
            <a:lnSpc>
              <a:spcPct val="90000"/>
            </a:lnSpc>
          </a:pPr>
          <a:r>
            <a:rPr lang="en-US" sz="1400" dirty="0">
              <a:solidFill>
                <a:srgbClr val="FFFFFF"/>
              </a:solidFill>
              <a:latin typeface="Calibri" panose="020F0502020204030204"/>
              <a:ea typeface="+mn-ea"/>
              <a:cs typeface="+mn-cs"/>
            </a:rPr>
            <a:t>Change Mode</a:t>
          </a:r>
        </a:p>
      </dgm:t>
    </dgm:pt>
    <dgm:pt modelId="{AF7C557D-306C-4F25-B0B4-FFB7E123055E}" type="parTrans" cxnId="{7DD9219F-E417-4F1D-A588-26DAC1DCCEFD}">
      <dgm:prSet/>
      <dgm:spPr/>
      <dgm:t>
        <a:bodyPr/>
        <a:lstStyle/>
        <a:p>
          <a:endParaRPr lang="en-US"/>
        </a:p>
      </dgm:t>
    </dgm:pt>
    <dgm:pt modelId="{62FFECB2-41ED-4A07-8AF0-48E977379490}" type="sibTrans" cxnId="{7DD9219F-E417-4F1D-A588-26DAC1DCCEFD}">
      <dgm:prSet/>
      <dgm:spPr/>
      <dgm:t>
        <a:bodyPr/>
        <a:lstStyle/>
        <a:p>
          <a:endParaRPr lang="en-US"/>
        </a:p>
      </dgm:t>
    </dgm:pt>
    <dgm:pt modelId="{F06ACDDC-56DF-4062-99CF-3B89528CB374}">
      <dgm:prSet phldrT="[Text]" phldr="0"/>
      <dgm:spPr/>
      <dgm:t>
        <a:bodyPr/>
        <a:lstStyle/>
        <a:p>
          <a:pPr algn="ctr" rtl="0">
            <a:lnSpc>
              <a:spcPct val="90000"/>
            </a:lnSpc>
          </a:pPr>
          <a:r>
            <a:rPr lang="en-US" sz="1400" dirty="0">
              <a:solidFill>
                <a:srgbClr val="FFFFFF"/>
              </a:solidFill>
              <a:latin typeface="Calibri" panose="020F0502020204030204"/>
              <a:ea typeface="+mn-ea"/>
              <a:cs typeface="+mn-cs"/>
            </a:rPr>
            <a:t>Obstacle Mode</a:t>
          </a:r>
        </a:p>
      </dgm:t>
    </dgm:pt>
    <dgm:pt modelId="{5944800C-F767-4933-866C-9EB2F2FD63E5}" type="parTrans" cxnId="{4A7149D3-58C6-4D65-A9DC-1B8F33421451}">
      <dgm:prSet/>
      <dgm:spPr/>
      <dgm:t>
        <a:bodyPr/>
        <a:lstStyle/>
        <a:p>
          <a:endParaRPr lang="en-US"/>
        </a:p>
      </dgm:t>
    </dgm:pt>
    <dgm:pt modelId="{5A4A462C-B32C-4243-8716-9482B850CF90}" type="sibTrans" cxnId="{4A7149D3-58C6-4D65-A9DC-1B8F33421451}">
      <dgm:prSet/>
      <dgm:spPr/>
      <dgm:t>
        <a:bodyPr/>
        <a:lstStyle/>
        <a:p>
          <a:endParaRPr lang="en-US"/>
        </a:p>
      </dgm:t>
    </dgm:pt>
    <dgm:pt modelId="{B2A8799B-8C73-4C99-BC19-885E19AA182D}">
      <dgm:prSet phldrT="[Text]" phldr="0"/>
      <dgm:spPr/>
      <dgm:t>
        <a:bodyPr/>
        <a:lstStyle/>
        <a:p>
          <a:pPr algn="ctr" rtl="0">
            <a:lnSpc>
              <a:spcPct val="90000"/>
            </a:lnSpc>
          </a:pPr>
          <a:r>
            <a:rPr lang="en-US" sz="1400" dirty="0">
              <a:solidFill>
                <a:srgbClr val="FFFFFF"/>
              </a:solidFill>
              <a:latin typeface="Calibri" panose="020F0502020204030204"/>
              <a:ea typeface="+mn-ea"/>
              <a:cs typeface="+mn-cs"/>
            </a:rPr>
            <a:t>Check for obstical</a:t>
          </a:r>
        </a:p>
      </dgm:t>
    </dgm:pt>
    <dgm:pt modelId="{66C1BA24-4DA3-4D89-9196-6E34D1D29E58}" type="parTrans" cxnId="{03E80BB0-52B8-4518-AF34-58B890F440FC}">
      <dgm:prSet/>
      <dgm:spPr/>
      <dgm:t>
        <a:bodyPr/>
        <a:lstStyle/>
        <a:p>
          <a:endParaRPr lang="en-US"/>
        </a:p>
      </dgm:t>
    </dgm:pt>
    <dgm:pt modelId="{482E0F49-5B55-459F-BB3C-A351139E70A6}" type="sibTrans" cxnId="{03E80BB0-52B8-4518-AF34-58B890F440FC}">
      <dgm:prSet/>
      <dgm:spPr/>
      <dgm:t>
        <a:bodyPr/>
        <a:lstStyle/>
        <a:p>
          <a:endParaRPr lang="en-US"/>
        </a:p>
      </dgm:t>
    </dgm:pt>
    <dgm:pt modelId="{9982EEB5-0387-448E-A7CE-30CDFE1AC33C}">
      <dgm:prSet phldr="0"/>
      <dgm:spPr/>
      <dgm:t>
        <a:bodyPr/>
        <a:lstStyle/>
        <a:p>
          <a:pPr algn="ctr" rtl="0">
            <a:lnSpc>
              <a:spcPct val="90000"/>
            </a:lnSpc>
          </a:pPr>
          <a:r>
            <a:rPr lang="en-US" sz="1400" dirty="0">
              <a:solidFill>
                <a:srgbClr val="FFFFFF"/>
              </a:solidFill>
              <a:latin typeface="Calibri" panose="020F0502020204030204"/>
              <a:ea typeface="+mn-ea"/>
              <a:cs typeface="+mn-cs"/>
            </a:rPr>
            <a:t>Move</a:t>
          </a:r>
        </a:p>
      </dgm:t>
    </dgm:pt>
    <dgm:pt modelId="{470900E7-CEED-4CA4-A42E-C65A17E20330}" type="parTrans" cxnId="{3F2D1911-782B-408D-97BD-A4D1091D3C83}">
      <dgm:prSet/>
      <dgm:spPr/>
      <dgm:t>
        <a:bodyPr/>
        <a:lstStyle/>
        <a:p>
          <a:endParaRPr lang="en-US"/>
        </a:p>
      </dgm:t>
    </dgm:pt>
    <dgm:pt modelId="{3A2FDA0D-CBA9-4631-91D0-893158AEC39A}" type="sibTrans" cxnId="{3F2D1911-782B-408D-97BD-A4D1091D3C83}">
      <dgm:prSet/>
      <dgm:spPr/>
      <dgm:t>
        <a:bodyPr/>
        <a:lstStyle/>
        <a:p>
          <a:endParaRPr lang="en-US"/>
        </a:p>
      </dgm:t>
    </dgm:pt>
    <dgm:pt modelId="{A9199CED-870C-4EC2-B596-6AB2E8A80D8A}">
      <dgm:prSet phldr="0"/>
      <dgm:spPr/>
      <dgm:t>
        <a:bodyPr/>
        <a:lstStyle/>
        <a:p>
          <a:pPr algn="ctr" rtl="0">
            <a:lnSpc>
              <a:spcPct val="90000"/>
            </a:lnSpc>
          </a:pPr>
          <a:r>
            <a:rPr lang="en-US" sz="1400" dirty="0">
              <a:solidFill>
                <a:srgbClr val="FFFFFF"/>
              </a:solidFill>
              <a:latin typeface="Calibri" panose="020F0502020204030204"/>
              <a:ea typeface="+mn-ea"/>
              <a:cs typeface="+mn-cs"/>
            </a:rPr>
            <a:t>Send signals to motor driver</a:t>
          </a:r>
        </a:p>
      </dgm:t>
    </dgm:pt>
    <dgm:pt modelId="{0D4A49C4-A85A-4E6D-9EC9-1F5801461EA5}" type="parTrans" cxnId="{5D065DC4-6180-4F1A-A726-E4A7BD58B7A2}">
      <dgm:prSet/>
      <dgm:spPr/>
      <dgm:t>
        <a:bodyPr/>
        <a:lstStyle/>
        <a:p>
          <a:endParaRPr lang="en-US"/>
        </a:p>
      </dgm:t>
    </dgm:pt>
    <dgm:pt modelId="{0470FFCD-4BB3-4DD8-9A18-B5AB611C4D28}" type="sibTrans" cxnId="{5D065DC4-6180-4F1A-A726-E4A7BD58B7A2}">
      <dgm:prSet/>
      <dgm:spPr/>
      <dgm:t>
        <a:bodyPr/>
        <a:lstStyle/>
        <a:p>
          <a:endParaRPr lang="en-US"/>
        </a:p>
      </dgm:t>
    </dgm:pt>
    <dgm:pt modelId="{2FB52913-6971-42CD-89AD-4ABB67980ED4}">
      <dgm:prSet phldr="0"/>
      <dgm:spPr/>
      <dgm:t>
        <a:bodyPr/>
        <a:lstStyle/>
        <a:p>
          <a:pPr algn="ctr" rtl="0">
            <a:lnSpc>
              <a:spcPct val="90000"/>
            </a:lnSpc>
          </a:pPr>
          <a:r>
            <a:rPr lang="en-US" sz="1400" dirty="0">
              <a:solidFill>
                <a:srgbClr val="FFFFFF"/>
              </a:solidFill>
              <a:latin typeface="Calibri"/>
              <a:ea typeface="+mn-ea"/>
              <a:cs typeface="+mn-cs"/>
            </a:rPr>
            <a:t>Process and take decision</a:t>
          </a:r>
        </a:p>
      </dgm:t>
    </dgm:pt>
    <dgm:pt modelId="{C36D777F-4D85-4DA6-9136-9CC4CFE3C776}" type="parTrans" cxnId="{45460BB1-6A41-4D14-BDE8-3E9348DB0A35}">
      <dgm:prSet/>
      <dgm:spPr/>
      <dgm:t>
        <a:bodyPr/>
        <a:lstStyle/>
        <a:p>
          <a:endParaRPr lang="en-US"/>
        </a:p>
      </dgm:t>
    </dgm:pt>
    <dgm:pt modelId="{795AFDD6-8F72-41B9-9199-097867711259}" type="sibTrans" cxnId="{45460BB1-6A41-4D14-BDE8-3E9348DB0A35}">
      <dgm:prSet/>
      <dgm:spPr/>
      <dgm:t>
        <a:bodyPr/>
        <a:lstStyle/>
        <a:p>
          <a:endParaRPr lang="en-US"/>
        </a:p>
      </dgm:t>
    </dgm:pt>
    <dgm:pt modelId="{358D6F46-0455-4E81-BB94-247B1D99B592}">
      <dgm:prSet phldr="0"/>
      <dgm:spPr/>
      <dgm:t>
        <a:bodyPr/>
        <a:lstStyle/>
        <a:p>
          <a:pPr algn="ctr" rtl="0">
            <a:lnSpc>
              <a:spcPct val="90000"/>
            </a:lnSpc>
          </a:pPr>
          <a:r>
            <a:rPr lang="en-US" sz="1400" dirty="0">
              <a:solidFill>
                <a:srgbClr val="FFFFFF"/>
              </a:solidFill>
              <a:latin typeface="Calibri" panose="020F0502020204030204"/>
              <a:ea typeface="+mn-ea"/>
              <a:cs typeface="+mn-cs"/>
            </a:rPr>
            <a:t>DriveX moves (F,B,L,R)</a:t>
          </a:r>
        </a:p>
      </dgm:t>
    </dgm:pt>
    <dgm:pt modelId="{93EB1DCA-1E2E-468E-AE3E-84667122159C}" type="parTrans" cxnId="{702CC5C0-52B1-4E01-9D93-F5924478F073}">
      <dgm:prSet/>
      <dgm:spPr/>
      <dgm:t>
        <a:bodyPr/>
        <a:lstStyle/>
        <a:p>
          <a:endParaRPr lang="en-US"/>
        </a:p>
      </dgm:t>
    </dgm:pt>
    <dgm:pt modelId="{53535E17-63C7-4CCF-92D4-C428D949C3EB}" type="sibTrans" cxnId="{702CC5C0-52B1-4E01-9D93-F5924478F073}">
      <dgm:prSet/>
      <dgm:spPr/>
      <dgm:t>
        <a:bodyPr/>
        <a:lstStyle/>
        <a:p>
          <a:endParaRPr lang="en-US"/>
        </a:p>
      </dgm:t>
    </dgm:pt>
    <dgm:pt modelId="{38D4D8BD-D534-4F07-86BB-4EA4C9B80CE9}">
      <dgm:prSet phldr="0"/>
      <dgm:spPr/>
      <dgm:t>
        <a:bodyPr/>
        <a:lstStyle/>
        <a:p>
          <a:pPr algn="ctr" rtl="0">
            <a:lnSpc>
              <a:spcPct val="90000"/>
            </a:lnSpc>
          </a:pPr>
          <a:r>
            <a:rPr lang="en-US" sz="1400" dirty="0">
              <a:solidFill>
                <a:srgbClr val="FFFFFF"/>
              </a:solidFill>
              <a:latin typeface="Calibri" panose="020F0502020204030204"/>
              <a:ea typeface="+mn-ea"/>
              <a:cs typeface="+mn-cs"/>
            </a:rPr>
            <a:t>Obstacle/ Bluetooth Mode</a:t>
          </a:r>
        </a:p>
      </dgm:t>
    </dgm:pt>
    <dgm:pt modelId="{C8719E38-8C51-49F8-90D5-513BD0EB1792}" type="parTrans" cxnId="{FAFF9D93-94DD-476D-8729-A4DE2063EA72}">
      <dgm:prSet/>
      <dgm:spPr/>
      <dgm:t>
        <a:bodyPr/>
        <a:lstStyle/>
        <a:p>
          <a:endParaRPr lang="en-US"/>
        </a:p>
      </dgm:t>
    </dgm:pt>
    <dgm:pt modelId="{7D4643D4-EAA4-49A9-A340-63556378CAFF}" type="sibTrans" cxnId="{FAFF9D93-94DD-476D-8729-A4DE2063EA72}">
      <dgm:prSet/>
      <dgm:spPr/>
      <dgm:t>
        <a:bodyPr/>
        <a:lstStyle/>
        <a:p>
          <a:endParaRPr lang="en-US"/>
        </a:p>
      </dgm:t>
    </dgm:pt>
    <dgm:pt modelId="{B7FF6333-5BBE-4D4E-AF74-A9039B2AF948}">
      <dgm:prSet phldr="0"/>
      <dgm:spPr/>
      <dgm:t>
        <a:bodyPr/>
        <a:lstStyle/>
        <a:p>
          <a:pPr algn="ctr" rtl="0">
            <a:lnSpc>
              <a:spcPct val="90000"/>
            </a:lnSpc>
          </a:pPr>
          <a:r>
            <a:rPr lang="en-US" sz="1400" dirty="0">
              <a:solidFill>
                <a:srgbClr val="FFFFFF"/>
              </a:solidFill>
              <a:latin typeface="Calibri" panose="020F0502020204030204"/>
              <a:ea typeface="+mn-ea"/>
              <a:cs typeface="+mn-cs"/>
            </a:rPr>
            <a:t>No obstacle Move Forward</a:t>
          </a:r>
        </a:p>
      </dgm:t>
    </dgm:pt>
    <dgm:pt modelId="{59B3A94E-3A2B-42C1-B5C4-55DF1D3D3C4D}" type="parTrans" cxnId="{784A0B41-DDE2-4FF1-A6CC-9E62B46F14FA}">
      <dgm:prSet/>
      <dgm:spPr/>
      <dgm:t>
        <a:bodyPr/>
        <a:lstStyle/>
        <a:p>
          <a:endParaRPr lang="en-US"/>
        </a:p>
      </dgm:t>
    </dgm:pt>
    <dgm:pt modelId="{16AB5FE3-FAA4-46D9-8C22-EA70FE19A729}" type="sibTrans" cxnId="{784A0B41-DDE2-4FF1-A6CC-9E62B46F14FA}">
      <dgm:prSet/>
      <dgm:spPr/>
      <dgm:t>
        <a:bodyPr/>
        <a:lstStyle/>
        <a:p>
          <a:endParaRPr lang="en-US"/>
        </a:p>
      </dgm:t>
    </dgm:pt>
    <dgm:pt modelId="{9274BB4C-FFFA-4FBB-9F24-5A3370DAD96B}">
      <dgm:prSet phldr="0"/>
      <dgm:spPr/>
      <dgm:t>
        <a:bodyPr/>
        <a:lstStyle/>
        <a:p>
          <a:pPr algn="ctr" rtl="0">
            <a:lnSpc>
              <a:spcPct val="90000"/>
            </a:lnSpc>
          </a:pPr>
          <a:r>
            <a:rPr lang="en-US" sz="1400" dirty="0">
              <a:solidFill>
                <a:srgbClr val="FFFFFF"/>
              </a:solidFill>
              <a:latin typeface="Calibri" panose="020F0502020204030204"/>
              <a:ea typeface="+mn-ea"/>
              <a:cs typeface="+mn-cs"/>
            </a:rPr>
            <a:t>Obstacle present then read left and right distance</a:t>
          </a:r>
        </a:p>
      </dgm:t>
    </dgm:pt>
    <dgm:pt modelId="{BB6D83D4-C653-448B-8F66-845403BF145D}" type="parTrans" cxnId="{9AFE9FE4-4EC1-422D-8BC0-BE984F56E504}">
      <dgm:prSet/>
      <dgm:spPr/>
      <dgm:t>
        <a:bodyPr/>
        <a:lstStyle/>
        <a:p>
          <a:endParaRPr lang="en-US"/>
        </a:p>
      </dgm:t>
    </dgm:pt>
    <dgm:pt modelId="{6C4A98F7-1586-402A-9470-744CD1EA6E93}" type="sibTrans" cxnId="{9AFE9FE4-4EC1-422D-8BC0-BE984F56E504}">
      <dgm:prSet/>
      <dgm:spPr/>
      <dgm:t>
        <a:bodyPr/>
        <a:lstStyle/>
        <a:p>
          <a:endParaRPr lang="en-US"/>
        </a:p>
      </dgm:t>
    </dgm:pt>
    <dgm:pt modelId="{860C1685-9C01-47F8-8FB7-AFAA71752054}">
      <dgm:prSet phldr="0"/>
      <dgm:spPr/>
      <dgm:t>
        <a:bodyPr/>
        <a:lstStyle/>
        <a:p>
          <a:pPr algn="ctr" rtl="0">
            <a:lnSpc>
              <a:spcPct val="90000"/>
            </a:lnSpc>
          </a:pPr>
          <a:r>
            <a:rPr lang="en-US" sz="1400" dirty="0">
              <a:solidFill>
                <a:srgbClr val="FFFFFF"/>
              </a:solidFill>
              <a:latin typeface="Calibri" panose="020F0502020204030204"/>
              <a:ea typeface="+mn-ea"/>
              <a:cs typeface="+mn-cs"/>
            </a:rPr>
            <a:t>If right dist. &gt; left dist then turn right</a:t>
          </a:r>
        </a:p>
      </dgm:t>
    </dgm:pt>
    <dgm:pt modelId="{32474251-CBA9-4322-92CE-B109219A1427}" type="parTrans" cxnId="{B229D94F-C045-40C4-957F-4E7D502FDFE4}">
      <dgm:prSet/>
      <dgm:spPr/>
      <dgm:t>
        <a:bodyPr/>
        <a:lstStyle/>
        <a:p>
          <a:endParaRPr lang="en-US"/>
        </a:p>
      </dgm:t>
    </dgm:pt>
    <dgm:pt modelId="{1BD80754-A0C2-4BD8-AC8D-A2D79A01792B}" type="sibTrans" cxnId="{B229D94F-C045-40C4-957F-4E7D502FDFE4}">
      <dgm:prSet/>
      <dgm:spPr/>
      <dgm:t>
        <a:bodyPr/>
        <a:lstStyle/>
        <a:p>
          <a:endParaRPr lang="en-US"/>
        </a:p>
      </dgm:t>
    </dgm:pt>
    <dgm:pt modelId="{00850B30-F4B0-4164-AC07-FCC59D3308A2}">
      <dgm:prSet phldr="0"/>
      <dgm:spPr/>
      <dgm:t>
        <a:bodyPr/>
        <a:lstStyle/>
        <a:p>
          <a:pPr algn="ctr" rtl="0">
            <a:lnSpc>
              <a:spcPct val="90000"/>
            </a:lnSpc>
          </a:pPr>
          <a:r>
            <a:rPr lang="en-US" sz="1400" dirty="0">
              <a:solidFill>
                <a:srgbClr val="FFFFFF"/>
              </a:solidFill>
              <a:latin typeface="Calibri" panose="020F0502020204030204"/>
              <a:ea typeface="+mn-ea"/>
              <a:cs typeface="+mn-cs"/>
            </a:rPr>
            <a:t>If left dist. &gt; right dist then turn left</a:t>
          </a:r>
        </a:p>
      </dgm:t>
    </dgm:pt>
    <dgm:pt modelId="{6346B8AF-3AAA-4A17-A0A0-1760B7F49499}" type="parTrans" cxnId="{E20AC7AA-782E-4A76-A45B-A08412CB23C9}">
      <dgm:prSet/>
      <dgm:spPr/>
      <dgm:t>
        <a:bodyPr/>
        <a:lstStyle/>
        <a:p>
          <a:endParaRPr lang="en-US"/>
        </a:p>
      </dgm:t>
    </dgm:pt>
    <dgm:pt modelId="{4465B6B9-CB69-42A4-B322-12B580D0236A}" type="sibTrans" cxnId="{E20AC7AA-782E-4A76-A45B-A08412CB23C9}">
      <dgm:prSet/>
      <dgm:spPr/>
      <dgm:t>
        <a:bodyPr/>
        <a:lstStyle/>
        <a:p>
          <a:endParaRPr lang="en-US"/>
        </a:p>
      </dgm:t>
    </dgm:pt>
    <dgm:pt modelId="{AC85E766-9E08-464B-A922-CFCEA0778144}">
      <dgm:prSet phldr="0"/>
      <dgm:spPr/>
      <dgm:t>
        <a:bodyPr/>
        <a:lstStyle/>
        <a:p>
          <a:pPr algn="ctr" rtl="0">
            <a:lnSpc>
              <a:spcPct val="90000"/>
            </a:lnSpc>
          </a:pPr>
          <a:r>
            <a:rPr lang="en-US" sz="1400" dirty="0">
              <a:solidFill>
                <a:srgbClr val="FFFFFF"/>
              </a:solidFill>
              <a:latin typeface="Calibri" panose="020F0502020204030204"/>
              <a:ea typeface="+mn-ea"/>
              <a:cs typeface="+mn-cs"/>
            </a:rPr>
            <a:t>In obstacle mode only respond to change mode</a:t>
          </a:r>
        </a:p>
      </dgm:t>
    </dgm:pt>
    <dgm:pt modelId="{132641E5-074F-4DA3-A6B2-B0B1D6792404}" type="parTrans" cxnId="{DA5342F1-43E1-49C3-A5DA-FB3D26F2C99E}">
      <dgm:prSet/>
      <dgm:spPr/>
      <dgm:t>
        <a:bodyPr/>
        <a:lstStyle/>
        <a:p>
          <a:endParaRPr lang="en-US"/>
        </a:p>
      </dgm:t>
    </dgm:pt>
    <dgm:pt modelId="{C6F3B20A-0967-43AB-9AEA-C0ED8803FAAF}" type="sibTrans" cxnId="{DA5342F1-43E1-49C3-A5DA-FB3D26F2C99E}">
      <dgm:prSet/>
      <dgm:spPr/>
    </dgm:pt>
    <dgm:pt modelId="{D170AF0D-881E-4D14-B196-009863F2250E}" type="pres">
      <dgm:prSet presAssocID="{CB840F93-F326-418D-93C5-95187B6D9B47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232F8847-9ABC-4F02-B880-9D81344180B3}" type="pres">
      <dgm:prSet presAssocID="{D86AFC38-BB4E-4FF1-9A16-3A32EF2FFDB5}" presName="root1" presStyleCnt="0"/>
      <dgm:spPr/>
    </dgm:pt>
    <dgm:pt modelId="{43E03B05-B824-4645-9B76-2B411D17172C}" type="pres">
      <dgm:prSet presAssocID="{D86AFC38-BB4E-4FF1-9A16-3A32EF2FFDB5}" presName="LevelOneTextNode" presStyleLbl="node0" presStyleIdx="0" presStyleCnt="1">
        <dgm:presLayoutVars>
          <dgm:chPref val="3"/>
        </dgm:presLayoutVars>
      </dgm:prSet>
      <dgm:spPr/>
    </dgm:pt>
    <dgm:pt modelId="{F03D55AD-B378-44E6-AF8E-199B0ADAFD17}" type="pres">
      <dgm:prSet presAssocID="{D86AFC38-BB4E-4FF1-9A16-3A32EF2FFDB5}" presName="level2hierChild" presStyleCnt="0"/>
      <dgm:spPr/>
    </dgm:pt>
    <dgm:pt modelId="{A7ABCA07-5D61-4330-B00A-B9AAE366034F}" type="pres">
      <dgm:prSet presAssocID="{605A0F28-8452-4AD7-8118-EA9608D0BF5A}" presName="conn2-1" presStyleLbl="parChTrans1D2" presStyleIdx="0" presStyleCnt="2"/>
      <dgm:spPr/>
    </dgm:pt>
    <dgm:pt modelId="{079585BC-4F9B-4B90-9056-7D3A10F435CC}" type="pres">
      <dgm:prSet presAssocID="{605A0F28-8452-4AD7-8118-EA9608D0BF5A}" presName="connTx" presStyleLbl="parChTrans1D2" presStyleIdx="0" presStyleCnt="2"/>
      <dgm:spPr/>
    </dgm:pt>
    <dgm:pt modelId="{0F55A143-997A-40E8-8147-54C5F6BBC19A}" type="pres">
      <dgm:prSet presAssocID="{8949E9B2-A647-4776-9011-E08BE9A394D9}" presName="root2" presStyleCnt="0"/>
      <dgm:spPr/>
    </dgm:pt>
    <dgm:pt modelId="{A250D57B-D10F-4570-8357-514ACDC4D6E4}" type="pres">
      <dgm:prSet presAssocID="{8949E9B2-A647-4776-9011-E08BE9A394D9}" presName="LevelTwoTextNode" presStyleLbl="node2" presStyleIdx="0" presStyleCnt="2">
        <dgm:presLayoutVars>
          <dgm:chPref val="3"/>
        </dgm:presLayoutVars>
      </dgm:prSet>
      <dgm:spPr/>
    </dgm:pt>
    <dgm:pt modelId="{2C201BD4-697E-4BC3-AF98-B0C7ED019F8C}" type="pres">
      <dgm:prSet presAssocID="{8949E9B2-A647-4776-9011-E08BE9A394D9}" presName="level3hierChild" presStyleCnt="0"/>
      <dgm:spPr/>
    </dgm:pt>
    <dgm:pt modelId="{4ED7AF3D-8752-4B4F-99BE-AFD378AE20D0}" type="pres">
      <dgm:prSet presAssocID="{470900E7-CEED-4CA4-A42E-C65A17E20330}" presName="conn2-1" presStyleLbl="parChTrans1D3" presStyleIdx="0" presStyleCnt="3"/>
      <dgm:spPr/>
    </dgm:pt>
    <dgm:pt modelId="{5F7932A6-ECA4-4D5E-B64A-09D50596BF69}" type="pres">
      <dgm:prSet presAssocID="{470900E7-CEED-4CA4-A42E-C65A17E20330}" presName="connTx" presStyleLbl="parChTrans1D3" presStyleIdx="0" presStyleCnt="3"/>
      <dgm:spPr/>
    </dgm:pt>
    <dgm:pt modelId="{49B6596B-1296-48E0-A82B-3F149D8F380B}" type="pres">
      <dgm:prSet presAssocID="{9982EEB5-0387-448E-A7CE-30CDFE1AC33C}" presName="root2" presStyleCnt="0"/>
      <dgm:spPr/>
    </dgm:pt>
    <dgm:pt modelId="{B638AB02-A9BA-4F8D-A67E-43DEFDAC677D}" type="pres">
      <dgm:prSet presAssocID="{9982EEB5-0387-448E-A7CE-30CDFE1AC33C}" presName="LevelTwoTextNode" presStyleLbl="node3" presStyleIdx="0" presStyleCnt="3">
        <dgm:presLayoutVars>
          <dgm:chPref val="3"/>
        </dgm:presLayoutVars>
      </dgm:prSet>
      <dgm:spPr/>
    </dgm:pt>
    <dgm:pt modelId="{1CF3F042-C086-4E52-960C-769B2DABA08C}" type="pres">
      <dgm:prSet presAssocID="{9982EEB5-0387-448E-A7CE-30CDFE1AC33C}" presName="level3hierChild" presStyleCnt="0"/>
      <dgm:spPr/>
    </dgm:pt>
    <dgm:pt modelId="{FA8A393D-5391-488B-AC66-7516928446C1}" type="pres">
      <dgm:prSet presAssocID="{C36D777F-4D85-4DA6-9136-9CC4CFE3C776}" presName="conn2-1" presStyleLbl="parChTrans1D4" presStyleIdx="0" presStyleCnt="9"/>
      <dgm:spPr/>
    </dgm:pt>
    <dgm:pt modelId="{3035D2DA-DAE6-4391-BC80-706258B98067}" type="pres">
      <dgm:prSet presAssocID="{C36D777F-4D85-4DA6-9136-9CC4CFE3C776}" presName="connTx" presStyleLbl="parChTrans1D4" presStyleIdx="0" presStyleCnt="9"/>
      <dgm:spPr/>
    </dgm:pt>
    <dgm:pt modelId="{6C8FC492-D3FD-4525-A4CC-CF26D5F5868A}" type="pres">
      <dgm:prSet presAssocID="{2FB52913-6971-42CD-89AD-4ABB67980ED4}" presName="root2" presStyleCnt="0"/>
      <dgm:spPr/>
    </dgm:pt>
    <dgm:pt modelId="{B9BCD95C-7575-4CE7-A072-3B0FA28C7055}" type="pres">
      <dgm:prSet presAssocID="{2FB52913-6971-42CD-89AD-4ABB67980ED4}" presName="LevelTwoTextNode" presStyleLbl="node4" presStyleIdx="0" presStyleCnt="9">
        <dgm:presLayoutVars>
          <dgm:chPref val="3"/>
        </dgm:presLayoutVars>
      </dgm:prSet>
      <dgm:spPr/>
    </dgm:pt>
    <dgm:pt modelId="{BDF6C01C-93EF-43AD-A09F-1DC282692F7E}" type="pres">
      <dgm:prSet presAssocID="{2FB52913-6971-42CD-89AD-4ABB67980ED4}" presName="level3hierChild" presStyleCnt="0"/>
      <dgm:spPr/>
    </dgm:pt>
    <dgm:pt modelId="{CFB8291D-ED9C-4FC4-845E-532B47CEACC4}" type="pres">
      <dgm:prSet presAssocID="{0D4A49C4-A85A-4E6D-9EC9-1F5801461EA5}" presName="conn2-1" presStyleLbl="parChTrans1D4" presStyleIdx="1" presStyleCnt="9"/>
      <dgm:spPr/>
    </dgm:pt>
    <dgm:pt modelId="{D392FF77-7AF9-4527-8338-5D9AC48E31E0}" type="pres">
      <dgm:prSet presAssocID="{0D4A49C4-A85A-4E6D-9EC9-1F5801461EA5}" presName="connTx" presStyleLbl="parChTrans1D4" presStyleIdx="1" presStyleCnt="9"/>
      <dgm:spPr/>
    </dgm:pt>
    <dgm:pt modelId="{282D37C5-D76B-43A9-8AFD-C69B9249199F}" type="pres">
      <dgm:prSet presAssocID="{A9199CED-870C-4EC2-B596-6AB2E8A80D8A}" presName="root2" presStyleCnt="0"/>
      <dgm:spPr/>
    </dgm:pt>
    <dgm:pt modelId="{80558D44-6DDA-4A5B-A6E9-61632FE66445}" type="pres">
      <dgm:prSet presAssocID="{A9199CED-870C-4EC2-B596-6AB2E8A80D8A}" presName="LevelTwoTextNode" presStyleLbl="node4" presStyleIdx="1" presStyleCnt="9">
        <dgm:presLayoutVars>
          <dgm:chPref val="3"/>
        </dgm:presLayoutVars>
      </dgm:prSet>
      <dgm:spPr/>
    </dgm:pt>
    <dgm:pt modelId="{0BCAD8CB-F030-4C01-ADC3-B9499BE3BFAD}" type="pres">
      <dgm:prSet presAssocID="{A9199CED-870C-4EC2-B596-6AB2E8A80D8A}" presName="level3hierChild" presStyleCnt="0"/>
      <dgm:spPr/>
    </dgm:pt>
    <dgm:pt modelId="{85B9CF0A-8081-4FE9-8111-D076C8727BC6}" type="pres">
      <dgm:prSet presAssocID="{93EB1DCA-1E2E-468E-AE3E-84667122159C}" presName="conn2-1" presStyleLbl="parChTrans1D4" presStyleIdx="2" presStyleCnt="9"/>
      <dgm:spPr/>
    </dgm:pt>
    <dgm:pt modelId="{1F867DB0-E44A-42D9-869F-264E756A4BFF}" type="pres">
      <dgm:prSet presAssocID="{93EB1DCA-1E2E-468E-AE3E-84667122159C}" presName="connTx" presStyleLbl="parChTrans1D4" presStyleIdx="2" presStyleCnt="9"/>
      <dgm:spPr/>
    </dgm:pt>
    <dgm:pt modelId="{312ACA44-1B67-4D95-B672-46ED427510A4}" type="pres">
      <dgm:prSet presAssocID="{358D6F46-0455-4E81-BB94-247B1D99B592}" presName="root2" presStyleCnt="0"/>
      <dgm:spPr/>
    </dgm:pt>
    <dgm:pt modelId="{118008DA-FDEE-40C9-97AA-9AC096961160}" type="pres">
      <dgm:prSet presAssocID="{358D6F46-0455-4E81-BB94-247B1D99B592}" presName="LevelTwoTextNode" presStyleLbl="node4" presStyleIdx="2" presStyleCnt="9">
        <dgm:presLayoutVars>
          <dgm:chPref val="3"/>
        </dgm:presLayoutVars>
      </dgm:prSet>
      <dgm:spPr/>
    </dgm:pt>
    <dgm:pt modelId="{6D1FAE4A-70C1-47F1-B425-E2EA88388C7D}" type="pres">
      <dgm:prSet presAssocID="{358D6F46-0455-4E81-BB94-247B1D99B592}" presName="level3hierChild" presStyleCnt="0"/>
      <dgm:spPr/>
    </dgm:pt>
    <dgm:pt modelId="{E6E4B6FE-E095-46BE-BCE1-B90539FC23BE}" type="pres">
      <dgm:prSet presAssocID="{AF7C557D-306C-4F25-B0B4-FFB7E123055E}" presName="conn2-1" presStyleLbl="parChTrans1D3" presStyleIdx="1" presStyleCnt="3"/>
      <dgm:spPr/>
    </dgm:pt>
    <dgm:pt modelId="{7EF7D265-35DC-44B5-B3E2-FC79B768847F}" type="pres">
      <dgm:prSet presAssocID="{AF7C557D-306C-4F25-B0B4-FFB7E123055E}" presName="connTx" presStyleLbl="parChTrans1D3" presStyleIdx="1" presStyleCnt="3"/>
      <dgm:spPr/>
    </dgm:pt>
    <dgm:pt modelId="{0ABA5B4D-FFC2-4E84-B571-5DD2AADB12BD}" type="pres">
      <dgm:prSet presAssocID="{9F23B9E2-CCC5-4DC4-80F9-11726DC22308}" presName="root2" presStyleCnt="0"/>
      <dgm:spPr/>
    </dgm:pt>
    <dgm:pt modelId="{C4F3D3C0-21AE-40DB-A309-5F32C2DBD05F}" type="pres">
      <dgm:prSet presAssocID="{9F23B9E2-CCC5-4DC4-80F9-11726DC22308}" presName="LevelTwoTextNode" presStyleLbl="node3" presStyleIdx="1" presStyleCnt="3">
        <dgm:presLayoutVars>
          <dgm:chPref val="3"/>
        </dgm:presLayoutVars>
      </dgm:prSet>
      <dgm:spPr/>
    </dgm:pt>
    <dgm:pt modelId="{35F67BA3-C03D-4ED2-BF5C-B0F21D0EFA15}" type="pres">
      <dgm:prSet presAssocID="{9F23B9E2-CCC5-4DC4-80F9-11726DC22308}" presName="level3hierChild" presStyleCnt="0"/>
      <dgm:spPr/>
    </dgm:pt>
    <dgm:pt modelId="{BFC2044D-F950-44F3-9C49-0281ABDD8506}" type="pres">
      <dgm:prSet presAssocID="{C8719E38-8C51-49F8-90D5-513BD0EB1792}" presName="conn2-1" presStyleLbl="parChTrans1D4" presStyleIdx="3" presStyleCnt="9"/>
      <dgm:spPr/>
    </dgm:pt>
    <dgm:pt modelId="{94057E4D-8C27-4328-933F-3F1F7FEB3F95}" type="pres">
      <dgm:prSet presAssocID="{C8719E38-8C51-49F8-90D5-513BD0EB1792}" presName="connTx" presStyleLbl="parChTrans1D4" presStyleIdx="3" presStyleCnt="9"/>
      <dgm:spPr/>
    </dgm:pt>
    <dgm:pt modelId="{1276E9E2-72DD-402B-950D-EB00D69B0445}" type="pres">
      <dgm:prSet presAssocID="{38D4D8BD-D534-4F07-86BB-4EA4C9B80CE9}" presName="root2" presStyleCnt="0"/>
      <dgm:spPr/>
    </dgm:pt>
    <dgm:pt modelId="{A8F2F338-37CB-4345-BC89-B63074243611}" type="pres">
      <dgm:prSet presAssocID="{38D4D8BD-D534-4F07-86BB-4EA4C9B80CE9}" presName="LevelTwoTextNode" presStyleLbl="node4" presStyleIdx="3" presStyleCnt="9">
        <dgm:presLayoutVars>
          <dgm:chPref val="3"/>
        </dgm:presLayoutVars>
      </dgm:prSet>
      <dgm:spPr/>
    </dgm:pt>
    <dgm:pt modelId="{82401DA0-CA18-499E-97B3-129C56309CC4}" type="pres">
      <dgm:prSet presAssocID="{38D4D8BD-D534-4F07-86BB-4EA4C9B80CE9}" presName="level3hierChild" presStyleCnt="0"/>
      <dgm:spPr/>
    </dgm:pt>
    <dgm:pt modelId="{667E58E1-D75B-4D52-BAD4-99A3E9CC32E2}" type="pres">
      <dgm:prSet presAssocID="{132641E5-074F-4DA3-A6B2-B0B1D6792404}" presName="conn2-1" presStyleLbl="parChTrans1D4" presStyleIdx="4" presStyleCnt="9"/>
      <dgm:spPr/>
    </dgm:pt>
    <dgm:pt modelId="{BF1E58F9-44B0-4866-9907-24F578D936DC}" type="pres">
      <dgm:prSet presAssocID="{132641E5-074F-4DA3-A6B2-B0B1D6792404}" presName="connTx" presStyleLbl="parChTrans1D4" presStyleIdx="4" presStyleCnt="9"/>
      <dgm:spPr/>
    </dgm:pt>
    <dgm:pt modelId="{44E7AFDC-FCF3-4FCE-B388-8A35F8BD91C5}" type="pres">
      <dgm:prSet presAssocID="{AC85E766-9E08-464B-A922-CFCEA0778144}" presName="root2" presStyleCnt="0"/>
      <dgm:spPr/>
    </dgm:pt>
    <dgm:pt modelId="{F94C6349-C858-446F-ABE3-19F9F3BA83E1}" type="pres">
      <dgm:prSet presAssocID="{AC85E766-9E08-464B-A922-CFCEA0778144}" presName="LevelTwoTextNode" presStyleLbl="node4" presStyleIdx="4" presStyleCnt="9">
        <dgm:presLayoutVars>
          <dgm:chPref val="3"/>
        </dgm:presLayoutVars>
      </dgm:prSet>
      <dgm:spPr/>
    </dgm:pt>
    <dgm:pt modelId="{5250352E-DA29-4BBE-B3EC-1D5E7EB2D181}" type="pres">
      <dgm:prSet presAssocID="{AC85E766-9E08-464B-A922-CFCEA0778144}" presName="level3hierChild" presStyleCnt="0"/>
      <dgm:spPr/>
    </dgm:pt>
    <dgm:pt modelId="{6A370B9C-0866-47C3-87BA-82192916D029}" type="pres">
      <dgm:prSet presAssocID="{5944800C-F767-4933-866C-9EB2F2FD63E5}" presName="conn2-1" presStyleLbl="parChTrans1D2" presStyleIdx="1" presStyleCnt="2"/>
      <dgm:spPr/>
    </dgm:pt>
    <dgm:pt modelId="{45022D1E-19E7-4958-ACD0-77CCEE142DE4}" type="pres">
      <dgm:prSet presAssocID="{5944800C-F767-4933-866C-9EB2F2FD63E5}" presName="connTx" presStyleLbl="parChTrans1D2" presStyleIdx="1" presStyleCnt="2"/>
      <dgm:spPr/>
    </dgm:pt>
    <dgm:pt modelId="{2E1F8818-FDF5-469C-B013-0D9D1CA0B7CD}" type="pres">
      <dgm:prSet presAssocID="{F06ACDDC-56DF-4062-99CF-3B89528CB374}" presName="root2" presStyleCnt="0"/>
      <dgm:spPr/>
    </dgm:pt>
    <dgm:pt modelId="{BC24DCFF-BD3B-4A36-83E7-D0FEB4156DB0}" type="pres">
      <dgm:prSet presAssocID="{F06ACDDC-56DF-4062-99CF-3B89528CB374}" presName="LevelTwoTextNode" presStyleLbl="node2" presStyleIdx="1" presStyleCnt="2">
        <dgm:presLayoutVars>
          <dgm:chPref val="3"/>
        </dgm:presLayoutVars>
      </dgm:prSet>
      <dgm:spPr/>
    </dgm:pt>
    <dgm:pt modelId="{1B4DCEB9-5633-4130-91DB-4D3772A2B32C}" type="pres">
      <dgm:prSet presAssocID="{F06ACDDC-56DF-4062-99CF-3B89528CB374}" presName="level3hierChild" presStyleCnt="0"/>
      <dgm:spPr/>
    </dgm:pt>
    <dgm:pt modelId="{6EB94782-331F-4D53-B046-32BC5C25ECCC}" type="pres">
      <dgm:prSet presAssocID="{66C1BA24-4DA3-4D89-9196-6E34D1D29E58}" presName="conn2-1" presStyleLbl="parChTrans1D3" presStyleIdx="2" presStyleCnt="3"/>
      <dgm:spPr/>
    </dgm:pt>
    <dgm:pt modelId="{FE3F727F-6A13-44D8-831A-B4BE5C3024B9}" type="pres">
      <dgm:prSet presAssocID="{66C1BA24-4DA3-4D89-9196-6E34D1D29E58}" presName="connTx" presStyleLbl="parChTrans1D3" presStyleIdx="2" presStyleCnt="3"/>
      <dgm:spPr/>
    </dgm:pt>
    <dgm:pt modelId="{7F94D4E1-D479-4FBD-9124-98E00BD69B3D}" type="pres">
      <dgm:prSet presAssocID="{B2A8799B-8C73-4C99-BC19-885E19AA182D}" presName="root2" presStyleCnt="0"/>
      <dgm:spPr/>
    </dgm:pt>
    <dgm:pt modelId="{F26DEF41-79F5-4554-B5A9-8808F84234AD}" type="pres">
      <dgm:prSet presAssocID="{B2A8799B-8C73-4C99-BC19-885E19AA182D}" presName="LevelTwoTextNode" presStyleLbl="node3" presStyleIdx="2" presStyleCnt="3">
        <dgm:presLayoutVars>
          <dgm:chPref val="3"/>
        </dgm:presLayoutVars>
      </dgm:prSet>
      <dgm:spPr/>
    </dgm:pt>
    <dgm:pt modelId="{41ADD604-59EE-4BA6-BA99-1F559D50512A}" type="pres">
      <dgm:prSet presAssocID="{B2A8799B-8C73-4C99-BC19-885E19AA182D}" presName="level3hierChild" presStyleCnt="0"/>
      <dgm:spPr/>
    </dgm:pt>
    <dgm:pt modelId="{17CAC33D-4A2E-4E81-9DDB-ACFE02AF5880}" type="pres">
      <dgm:prSet presAssocID="{59B3A94E-3A2B-42C1-B5C4-55DF1D3D3C4D}" presName="conn2-1" presStyleLbl="parChTrans1D4" presStyleIdx="5" presStyleCnt="9"/>
      <dgm:spPr/>
    </dgm:pt>
    <dgm:pt modelId="{7C4F35C3-8F33-483F-BDA8-9EF8CFA2AF98}" type="pres">
      <dgm:prSet presAssocID="{59B3A94E-3A2B-42C1-B5C4-55DF1D3D3C4D}" presName="connTx" presStyleLbl="parChTrans1D4" presStyleIdx="5" presStyleCnt="9"/>
      <dgm:spPr/>
    </dgm:pt>
    <dgm:pt modelId="{D143900E-3E16-4859-99DA-A2A8B9083D2E}" type="pres">
      <dgm:prSet presAssocID="{B7FF6333-5BBE-4D4E-AF74-A9039B2AF948}" presName="root2" presStyleCnt="0"/>
      <dgm:spPr/>
    </dgm:pt>
    <dgm:pt modelId="{7D059A30-DBEF-4BBE-9E6D-5077FC97702F}" type="pres">
      <dgm:prSet presAssocID="{B7FF6333-5BBE-4D4E-AF74-A9039B2AF948}" presName="LevelTwoTextNode" presStyleLbl="node4" presStyleIdx="5" presStyleCnt="9">
        <dgm:presLayoutVars>
          <dgm:chPref val="3"/>
        </dgm:presLayoutVars>
      </dgm:prSet>
      <dgm:spPr/>
    </dgm:pt>
    <dgm:pt modelId="{83131384-1E59-4E11-803A-561F724B25EA}" type="pres">
      <dgm:prSet presAssocID="{B7FF6333-5BBE-4D4E-AF74-A9039B2AF948}" presName="level3hierChild" presStyleCnt="0"/>
      <dgm:spPr/>
    </dgm:pt>
    <dgm:pt modelId="{82E5840E-FCB7-49B5-AAAF-7C1A6DFF55F7}" type="pres">
      <dgm:prSet presAssocID="{BB6D83D4-C653-448B-8F66-845403BF145D}" presName="conn2-1" presStyleLbl="parChTrans1D4" presStyleIdx="6" presStyleCnt="9"/>
      <dgm:spPr/>
    </dgm:pt>
    <dgm:pt modelId="{633E3ACC-480B-4007-9481-AE1ADC016A4D}" type="pres">
      <dgm:prSet presAssocID="{BB6D83D4-C653-448B-8F66-845403BF145D}" presName="connTx" presStyleLbl="parChTrans1D4" presStyleIdx="6" presStyleCnt="9"/>
      <dgm:spPr/>
    </dgm:pt>
    <dgm:pt modelId="{6AED36AD-D2D7-4FB9-B498-3CE49C107CFB}" type="pres">
      <dgm:prSet presAssocID="{9274BB4C-FFFA-4FBB-9F24-5A3370DAD96B}" presName="root2" presStyleCnt="0"/>
      <dgm:spPr/>
    </dgm:pt>
    <dgm:pt modelId="{A3D47BF7-76D9-4D20-97E3-60DA637545F4}" type="pres">
      <dgm:prSet presAssocID="{9274BB4C-FFFA-4FBB-9F24-5A3370DAD96B}" presName="LevelTwoTextNode" presStyleLbl="node4" presStyleIdx="6" presStyleCnt="9">
        <dgm:presLayoutVars>
          <dgm:chPref val="3"/>
        </dgm:presLayoutVars>
      </dgm:prSet>
      <dgm:spPr/>
    </dgm:pt>
    <dgm:pt modelId="{2A11BDF1-C7A1-4459-B54B-EA1EB546C98E}" type="pres">
      <dgm:prSet presAssocID="{9274BB4C-FFFA-4FBB-9F24-5A3370DAD96B}" presName="level3hierChild" presStyleCnt="0"/>
      <dgm:spPr/>
    </dgm:pt>
    <dgm:pt modelId="{EFED9D84-C3F6-4EF5-8CE4-00E96FE0C1F2}" type="pres">
      <dgm:prSet presAssocID="{32474251-CBA9-4322-92CE-B109219A1427}" presName="conn2-1" presStyleLbl="parChTrans1D4" presStyleIdx="7" presStyleCnt="9"/>
      <dgm:spPr/>
    </dgm:pt>
    <dgm:pt modelId="{360E2367-DB37-4DAB-99EC-DC0351A3747D}" type="pres">
      <dgm:prSet presAssocID="{32474251-CBA9-4322-92CE-B109219A1427}" presName="connTx" presStyleLbl="parChTrans1D4" presStyleIdx="7" presStyleCnt="9"/>
      <dgm:spPr/>
    </dgm:pt>
    <dgm:pt modelId="{F3777CE3-54DB-4503-BECF-A26784954565}" type="pres">
      <dgm:prSet presAssocID="{860C1685-9C01-47F8-8FB7-AFAA71752054}" presName="root2" presStyleCnt="0"/>
      <dgm:spPr/>
    </dgm:pt>
    <dgm:pt modelId="{1EBC72D9-8D27-4E66-9CB0-B9F77D8D360A}" type="pres">
      <dgm:prSet presAssocID="{860C1685-9C01-47F8-8FB7-AFAA71752054}" presName="LevelTwoTextNode" presStyleLbl="node4" presStyleIdx="7" presStyleCnt="9">
        <dgm:presLayoutVars>
          <dgm:chPref val="3"/>
        </dgm:presLayoutVars>
      </dgm:prSet>
      <dgm:spPr/>
    </dgm:pt>
    <dgm:pt modelId="{57E41954-A831-4D5D-8078-DA92138182E9}" type="pres">
      <dgm:prSet presAssocID="{860C1685-9C01-47F8-8FB7-AFAA71752054}" presName="level3hierChild" presStyleCnt="0"/>
      <dgm:spPr/>
    </dgm:pt>
    <dgm:pt modelId="{3F77CC43-ABFE-4575-AA3D-1FA8B4470B12}" type="pres">
      <dgm:prSet presAssocID="{6346B8AF-3AAA-4A17-A0A0-1760B7F49499}" presName="conn2-1" presStyleLbl="parChTrans1D4" presStyleIdx="8" presStyleCnt="9"/>
      <dgm:spPr/>
    </dgm:pt>
    <dgm:pt modelId="{8E7DA5BB-AB92-4401-A13F-54D929CCF88B}" type="pres">
      <dgm:prSet presAssocID="{6346B8AF-3AAA-4A17-A0A0-1760B7F49499}" presName="connTx" presStyleLbl="parChTrans1D4" presStyleIdx="8" presStyleCnt="9"/>
      <dgm:spPr/>
    </dgm:pt>
    <dgm:pt modelId="{79353EA0-9DBC-40A4-8D98-1131F4C4214F}" type="pres">
      <dgm:prSet presAssocID="{00850B30-F4B0-4164-AC07-FCC59D3308A2}" presName="root2" presStyleCnt="0"/>
      <dgm:spPr/>
    </dgm:pt>
    <dgm:pt modelId="{75928510-58CB-4575-8E7D-4CE376476727}" type="pres">
      <dgm:prSet presAssocID="{00850B30-F4B0-4164-AC07-FCC59D3308A2}" presName="LevelTwoTextNode" presStyleLbl="node4" presStyleIdx="8" presStyleCnt="9">
        <dgm:presLayoutVars>
          <dgm:chPref val="3"/>
        </dgm:presLayoutVars>
      </dgm:prSet>
      <dgm:spPr/>
    </dgm:pt>
    <dgm:pt modelId="{37E24762-36D2-4171-BC01-AE122E466276}" type="pres">
      <dgm:prSet presAssocID="{00850B30-F4B0-4164-AC07-FCC59D3308A2}" presName="level3hierChild" presStyleCnt="0"/>
      <dgm:spPr/>
    </dgm:pt>
  </dgm:ptLst>
  <dgm:cxnLst>
    <dgm:cxn modelId="{29B4FF05-CE54-4ADC-A61F-256A73003995}" type="presOf" srcId="{93EB1DCA-1E2E-468E-AE3E-84667122159C}" destId="{85B9CF0A-8081-4FE9-8111-D076C8727BC6}" srcOrd="0" destOrd="0" presId="urn:microsoft.com/office/officeart/2005/8/layout/hierarchy2"/>
    <dgm:cxn modelId="{02D2260C-C25B-4D96-9833-93792419B010}" type="presOf" srcId="{C8719E38-8C51-49F8-90D5-513BD0EB1792}" destId="{BFC2044D-F950-44F3-9C49-0281ABDD8506}" srcOrd="0" destOrd="0" presId="urn:microsoft.com/office/officeart/2005/8/layout/hierarchy2"/>
    <dgm:cxn modelId="{B27BD50E-DA11-4AAF-8ACD-31BE8962479C}" type="presOf" srcId="{BB6D83D4-C653-448B-8F66-845403BF145D}" destId="{633E3ACC-480B-4007-9481-AE1ADC016A4D}" srcOrd="1" destOrd="0" presId="urn:microsoft.com/office/officeart/2005/8/layout/hierarchy2"/>
    <dgm:cxn modelId="{0B1E9C10-5BCF-4E7F-AD13-08381F15D677}" type="presOf" srcId="{C36D777F-4D85-4DA6-9136-9CC4CFE3C776}" destId="{FA8A393D-5391-488B-AC66-7516928446C1}" srcOrd="0" destOrd="0" presId="urn:microsoft.com/office/officeart/2005/8/layout/hierarchy2"/>
    <dgm:cxn modelId="{3F2D1911-782B-408D-97BD-A4D1091D3C83}" srcId="{8949E9B2-A647-4776-9011-E08BE9A394D9}" destId="{9982EEB5-0387-448E-A7CE-30CDFE1AC33C}" srcOrd="0" destOrd="0" parTransId="{470900E7-CEED-4CA4-A42E-C65A17E20330}" sibTransId="{3A2FDA0D-CBA9-4631-91D0-893158AEC39A}"/>
    <dgm:cxn modelId="{3E246414-5285-4278-963E-0C9106D39045}" type="presOf" srcId="{F06ACDDC-56DF-4062-99CF-3B89528CB374}" destId="{BC24DCFF-BD3B-4A36-83E7-D0FEB4156DB0}" srcOrd="0" destOrd="0" presId="urn:microsoft.com/office/officeart/2005/8/layout/hierarchy2"/>
    <dgm:cxn modelId="{349F5D17-957B-4C4B-A741-B79C2CBFB89B}" type="presOf" srcId="{66C1BA24-4DA3-4D89-9196-6E34D1D29E58}" destId="{6EB94782-331F-4D53-B046-32BC5C25ECCC}" srcOrd="0" destOrd="0" presId="urn:microsoft.com/office/officeart/2005/8/layout/hierarchy2"/>
    <dgm:cxn modelId="{A708B019-8774-459C-AAB6-CDED3C7C685F}" type="presOf" srcId="{132641E5-074F-4DA3-A6B2-B0B1D6792404}" destId="{BF1E58F9-44B0-4866-9907-24F578D936DC}" srcOrd="1" destOrd="0" presId="urn:microsoft.com/office/officeart/2005/8/layout/hierarchy2"/>
    <dgm:cxn modelId="{4939D41D-2425-49AB-AD2D-F506E358AEAE}" type="presOf" srcId="{AF7C557D-306C-4F25-B0B4-FFB7E123055E}" destId="{E6E4B6FE-E095-46BE-BCE1-B90539FC23BE}" srcOrd="0" destOrd="0" presId="urn:microsoft.com/office/officeart/2005/8/layout/hierarchy2"/>
    <dgm:cxn modelId="{D989C922-43D2-47D8-B1B6-B8C641F346E7}" type="presOf" srcId="{5944800C-F767-4933-866C-9EB2F2FD63E5}" destId="{6A370B9C-0866-47C3-87BA-82192916D029}" srcOrd="0" destOrd="0" presId="urn:microsoft.com/office/officeart/2005/8/layout/hierarchy2"/>
    <dgm:cxn modelId="{06583B31-268A-4865-A934-D30FB76A31B5}" type="presOf" srcId="{32474251-CBA9-4322-92CE-B109219A1427}" destId="{360E2367-DB37-4DAB-99EC-DC0351A3747D}" srcOrd="1" destOrd="0" presId="urn:microsoft.com/office/officeart/2005/8/layout/hierarchy2"/>
    <dgm:cxn modelId="{630CC939-79BB-4347-B917-2A92138A0C31}" type="presOf" srcId="{605A0F28-8452-4AD7-8118-EA9608D0BF5A}" destId="{A7ABCA07-5D61-4330-B00A-B9AAE366034F}" srcOrd="0" destOrd="0" presId="urn:microsoft.com/office/officeart/2005/8/layout/hierarchy2"/>
    <dgm:cxn modelId="{6271C43D-BBCA-416B-B804-CFEB6839608F}" type="presOf" srcId="{0D4A49C4-A85A-4E6D-9EC9-1F5801461EA5}" destId="{CFB8291D-ED9C-4FC4-845E-532B47CEACC4}" srcOrd="0" destOrd="0" presId="urn:microsoft.com/office/officeart/2005/8/layout/hierarchy2"/>
    <dgm:cxn modelId="{19EE8040-D973-4A0C-9C61-00F9BF7E3434}" type="presOf" srcId="{860C1685-9C01-47F8-8FB7-AFAA71752054}" destId="{1EBC72D9-8D27-4E66-9CB0-B9F77D8D360A}" srcOrd="0" destOrd="0" presId="urn:microsoft.com/office/officeart/2005/8/layout/hierarchy2"/>
    <dgm:cxn modelId="{51E9295F-3394-447D-8A01-1A126ECC9257}" type="presOf" srcId="{C36D777F-4D85-4DA6-9136-9CC4CFE3C776}" destId="{3035D2DA-DAE6-4391-BC80-706258B98067}" srcOrd="1" destOrd="0" presId="urn:microsoft.com/office/officeart/2005/8/layout/hierarchy2"/>
    <dgm:cxn modelId="{F0178C5F-A924-4BD4-A05D-7369727CCA1F}" type="presOf" srcId="{B7FF6333-5BBE-4D4E-AF74-A9039B2AF948}" destId="{7D059A30-DBEF-4BBE-9E6D-5077FC97702F}" srcOrd="0" destOrd="0" presId="urn:microsoft.com/office/officeart/2005/8/layout/hierarchy2"/>
    <dgm:cxn modelId="{784A0B41-DDE2-4FF1-A6CC-9E62B46F14FA}" srcId="{B2A8799B-8C73-4C99-BC19-885E19AA182D}" destId="{B7FF6333-5BBE-4D4E-AF74-A9039B2AF948}" srcOrd="0" destOrd="0" parTransId="{59B3A94E-3A2B-42C1-B5C4-55DF1D3D3C4D}" sibTransId="{16AB5FE3-FAA4-46D9-8C22-EA70FE19A729}"/>
    <dgm:cxn modelId="{7CC70A49-893F-4EFC-8602-05AFD0410466}" type="presOf" srcId="{38D4D8BD-D534-4F07-86BB-4EA4C9B80CE9}" destId="{A8F2F338-37CB-4345-BC89-B63074243611}" srcOrd="0" destOrd="0" presId="urn:microsoft.com/office/officeart/2005/8/layout/hierarchy2"/>
    <dgm:cxn modelId="{F7996E6A-4884-46AA-A798-65C2C9F4C680}" type="presOf" srcId="{AF7C557D-306C-4F25-B0B4-FFB7E123055E}" destId="{7EF7D265-35DC-44B5-B3E2-FC79B768847F}" srcOrd="1" destOrd="0" presId="urn:microsoft.com/office/officeart/2005/8/layout/hierarchy2"/>
    <dgm:cxn modelId="{8635AF6C-129E-4EF0-851E-F3ADEA9EC142}" type="presOf" srcId="{9F23B9E2-CCC5-4DC4-80F9-11726DC22308}" destId="{C4F3D3C0-21AE-40DB-A309-5F32C2DBD05F}" srcOrd="0" destOrd="0" presId="urn:microsoft.com/office/officeart/2005/8/layout/hierarchy2"/>
    <dgm:cxn modelId="{4F00ED6E-20E9-4FC6-B887-4301EEEEC829}" type="presOf" srcId="{00850B30-F4B0-4164-AC07-FCC59D3308A2}" destId="{75928510-58CB-4575-8E7D-4CE376476727}" srcOrd="0" destOrd="0" presId="urn:microsoft.com/office/officeart/2005/8/layout/hierarchy2"/>
    <dgm:cxn modelId="{B229D94F-C045-40C4-957F-4E7D502FDFE4}" srcId="{9274BB4C-FFFA-4FBB-9F24-5A3370DAD96B}" destId="{860C1685-9C01-47F8-8FB7-AFAA71752054}" srcOrd="0" destOrd="0" parTransId="{32474251-CBA9-4322-92CE-B109219A1427}" sibTransId="{1BD80754-A0C2-4BD8-AC8D-A2D79A01792B}"/>
    <dgm:cxn modelId="{FF980A56-0DD4-4562-AD6D-9D3E674E3DBD}" type="presOf" srcId="{B2A8799B-8C73-4C99-BC19-885E19AA182D}" destId="{F26DEF41-79F5-4554-B5A9-8808F84234AD}" srcOrd="0" destOrd="0" presId="urn:microsoft.com/office/officeart/2005/8/layout/hierarchy2"/>
    <dgm:cxn modelId="{2F350F87-D36A-46AB-9D4B-82F42DD16269}" type="presOf" srcId="{32474251-CBA9-4322-92CE-B109219A1427}" destId="{EFED9D84-C3F6-4EF5-8CE4-00E96FE0C1F2}" srcOrd="0" destOrd="0" presId="urn:microsoft.com/office/officeart/2005/8/layout/hierarchy2"/>
    <dgm:cxn modelId="{589DD88C-70D3-4175-AB0A-485795593900}" type="presOf" srcId="{CB840F93-F326-418D-93C5-95187B6D9B47}" destId="{D170AF0D-881E-4D14-B196-009863F2250E}" srcOrd="0" destOrd="0" presId="urn:microsoft.com/office/officeart/2005/8/layout/hierarchy2"/>
    <dgm:cxn modelId="{8775458D-BC55-4667-9AF2-4239DE135D65}" type="presOf" srcId="{0D4A49C4-A85A-4E6D-9EC9-1F5801461EA5}" destId="{D392FF77-7AF9-4527-8338-5D9AC48E31E0}" srcOrd="1" destOrd="0" presId="urn:microsoft.com/office/officeart/2005/8/layout/hierarchy2"/>
    <dgm:cxn modelId="{071A088F-DE6A-4971-8D08-979C7A079867}" type="presOf" srcId="{470900E7-CEED-4CA4-A42E-C65A17E20330}" destId="{4ED7AF3D-8752-4B4F-99BE-AFD378AE20D0}" srcOrd="0" destOrd="0" presId="urn:microsoft.com/office/officeart/2005/8/layout/hierarchy2"/>
    <dgm:cxn modelId="{CB838E91-4F36-4422-B832-A0FE903B0067}" type="presOf" srcId="{605A0F28-8452-4AD7-8118-EA9608D0BF5A}" destId="{079585BC-4F9B-4B90-9056-7D3A10F435CC}" srcOrd="1" destOrd="0" presId="urn:microsoft.com/office/officeart/2005/8/layout/hierarchy2"/>
    <dgm:cxn modelId="{D7ABCB92-B22D-4416-940D-6A50AF8C3C56}" type="presOf" srcId="{D86AFC38-BB4E-4FF1-9A16-3A32EF2FFDB5}" destId="{43E03B05-B824-4645-9B76-2B411D17172C}" srcOrd="0" destOrd="0" presId="urn:microsoft.com/office/officeart/2005/8/layout/hierarchy2"/>
    <dgm:cxn modelId="{FAFF9D93-94DD-476D-8729-A4DE2063EA72}" srcId="{9F23B9E2-CCC5-4DC4-80F9-11726DC22308}" destId="{38D4D8BD-D534-4F07-86BB-4EA4C9B80CE9}" srcOrd="0" destOrd="0" parTransId="{C8719E38-8C51-49F8-90D5-513BD0EB1792}" sibTransId="{7D4643D4-EAA4-49A9-A340-63556378CAFF}"/>
    <dgm:cxn modelId="{811F6796-5346-4EAB-A430-D18086B7FF45}" type="presOf" srcId="{AC85E766-9E08-464B-A922-CFCEA0778144}" destId="{F94C6349-C858-446F-ABE3-19F9F3BA83E1}" srcOrd="0" destOrd="0" presId="urn:microsoft.com/office/officeart/2005/8/layout/hierarchy2"/>
    <dgm:cxn modelId="{17F7079C-57C3-4BD0-A5EA-263177E8BF71}" type="presOf" srcId="{2FB52913-6971-42CD-89AD-4ABB67980ED4}" destId="{B9BCD95C-7575-4CE7-A072-3B0FA28C7055}" srcOrd="0" destOrd="0" presId="urn:microsoft.com/office/officeart/2005/8/layout/hierarchy2"/>
    <dgm:cxn modelId="{7DD9219F-E417-4F1D-A588-26DAC1DCCEFD}" srcId="{8949E9B2-A647-4776-9011-E08BE9A394D9}" destId="{9F23B9E2-CCC5-4DC4-80F9-11726DC22308}" srcOrd="1" destOrd="0" parTransId="{AF7C557D-306C-4F25-B0B4-FFB7E123055E}" sibTransId="{62FFECB2-41ED-4A07-8AF0-48E977379490}"/>
    <dgm:cxn modelId="{41D27CA2-D842-402D-95B3-85A903A54B97}" type="presOf" srcId="{9274BB4C-FFFA-4FBB-9F24-5A3370DAD96B}" destId="{A3D47BF7-76D9-4D20-97E3-60DA637545F4}" srcOrd="0" destOrd="0" presId="urn:microsoft.com/office/officeart/2005/8/layout/hierarchy2"/>
    <dgm:cxn modelId="{C44877A5-17F9-4F15-9F0F-2B6A861F02D1}" type="presOf" srcId="{59B3A94E-3A2B-42C1-B5C4-55DF1D3D3C4D}" destId="{7C4F35C3-8F33-483F-BDA8-9EF8CFA2AF98}" srcOrd="1" destOrd="0" presId="urn:microsoft.com/office/officeart/2005/8/layout/hierarchy2"/>
    <dgm:cxn modelId="{E20AC7AA-782E-4A76-A45B-A08412CB23C9}" srcId="{9274BB4C-FFFA-4FBB-9F24-5A3370DAD96B}" destId="{00850B30-F4B0-4164-AC07-FCC59D3308A2}" srcOrd="1" destOrd="0" parTransId="{6346B8AF-3AAA-4A17-A0A0-1760B7F49499}" sibTransId="{4465B6B9-CB69-42A4-B322-12B580D0236A}"/>
    <dgm:cxn modelId="{03E80BB0-52B8-4518-AF34-58B890F440FC}" srcId="{F06ACDDC-56DF-4062-99CF-3B89528CB374}" destId="{B2A8799B-8C73-4C99-BC19-885E19AA182D}" srcOrd="0" destOrd="0" parTransId="{66C1BA24-4DA3-4D89-9196-6E34D1D29E58}" sibTransId="{482E0F49-5B55-459F-BB3C-A351139E70A6}"/>
    <dgm:cxn modelId="{45460BB1-6A41-4D14-BDE8-3E9348DB0A35}" srcId="{9982EEB5-0387-448E-A7CE-30CDFE1AC33C}" destId="{2FB52913-6971-42CD-89AD-4ABB67980ED4}" srcOrd="0" destOrd="0" parTransId="{C36D777F-4D85-4DA6-9136-9CC4CFE3C776}" sibTransId="{795AFDD6-8F72-41B9-9199-097867711259}"/>
    <dgm:cxn modelId="{EE3A1CB7-D275-41F7-A062-71BC451E000B}" type="presOf" srcId="{A9199CED-870C-4EC2-B596-6AB2E8A80D8A}" destId="{80558D44-6DDA-4A5B-A6E9-61632FE66445}" srcOrd="0" destOrd="0" presId="urn:microsoft.com/office/officeart/2005/8/layout/hierarchy2"/>
    <dgm:cxn modelId="{741153B9-3BDE-40C4-AA1E-A4CD407AAD2B}" type="presOf" srcId="{9982EEB5-0387-448E-A7CE-30CDFE1AC33C}" destId="{B638AB02-A9BA-4F8D-A67E-43DEFDAC677D}" srcOrd="0" destOrd="0" presId="urn:microsoft.com/office/officeart/2005/8/layout/hierarchy2"/>
    <dgm:cxn modelId="{702CC5C0-52B1-4E01-9D93-F5924478F073}" srcId="{A9199CED-870C-4EC2-B596-6AB2E8A80D8A}" destId="{358D6F46-0455-4E81-BB94-247B1D99B592}" srcOrd="0" destOrd="0" parTransId="{93EB1DCA-1E2E-468E-AE3E-84667122159C}" sibTransId="{53535E17-63C7-4CCF-92D4-C428D949C3EB}"/>
    <dgm:cxn modelId="{74ED70C3-6B25-49E5-8372-C00685B022B1}" srcId="{CB840F93-F326-418D-93C5-95187B6D9B47}" destId="{D86AFC38-BB4E-4FF1-9A16-3A32EF2FFDB5}" srcOrd="0" destOrd="0" parTransId="{6C0057FF-8FBC-478F-B5A5-F14350CB0582}" sibTransId="{1CD5DC14-FAC0-4CE6-A870-B392570E2655}"/>
    <dgm:cxn modelId="{DF32BBC3-D68E-4BDD-A785-F97639EED677}" type="presOf" srcId="{358D6F46-0455-4E81-BB94-247B1D99B592}" destId="{118008DA-FDEE-40C9-97AA-9AC096961160}" srcOrd="0" destOrd="0" presId="urn:microsoft.com/office/officeart/2005/8/layout/hierarchy2"/>
    <dgm:cxn modelId="{5D065DC4-6180-4F1A-A726-E4A7BD58B7A2}" srcId="{2FB52913-6971-42CD-89AD-4ABB67980ED4}" destId="{A9199CED-870C-4EC2-B596-6AB2E8A80D8A}" srcOrd="0" destOrd="0" parTransId="{0D4A49C4-A85A-4E6D-9EC9-1F5801461EA5}" sibTransId="{0470FFCD-4BB3-4DD8-9A18-B5AB611C4D28}"/>
    <dgm:cxn modelId="{8FD2FDC6-F4C2-4184-8095-9EB67206F042}" srcId="{D86AFC38-BB4E-4FF1-9A16-3A32EF2FFDB5}" destId="{8949E9B2-A647-4776-9011-E08BE9A394D9}" srcOrd="0" destOrd="0" parTransId="{605A0F28-8452-4AD7-8118-EA9608D0BF5A}" sibTransId="{19693A59-DF6C-4D13-B62F-D049F2C9AF96}"/>
    <dgm:cxn modelId="{78A558C8-73EE-46C8-899C-1B47D2A2DE1A}" type="presOf" srcId="{93EB1DCA-1E2E-468E-AE3E-84667122159C}" destId="{1F867DB0-E44A-42D9-869F-264E756A4BFF}" srcOrd="1" destOrd="0" presId="urn:microsoft.com/office/officeart/2005/8/layout/hierarchy2"/>
    <dgm:cxn modelId="{2781CAC8-80EA-4684-A85D-6E845FFFC15C}" type="presOf" srcId="{C8719E38-8C51-49F8-90D5-513BD0EB1792}" destId="{94057E4D-8C27-4328-933F-3F1F7FEB3F95}" srcOrd="1" destOrd="0" presId="urn:microsoft.com/office/officeart/2005/8/layout/hierarchy2"/>
    <dgm:cxn modelId="{3185A7CA-1CA9-4CFE-8D55-57282F43467B}" type="presOf" srcId="{8949E9B2-A647-4776-9011-E08BE9A394D9}" destId="{A250D57B-D10F-4570-8357-514ACDC4D6E4}" srcOrd="0" destOrd="0" presId="urn:microsoft.com/office/officeart/2005/8/layout/hierarchy2"/>
    <dgm:cxn modelId="{4A7149D3-58C6-4D65-A9DC-1B8F33421451}" srcId="{D86AFC38-BB4E-4FF1-9A16-3A32EF2FFDB5}" destId="{F06ACDDC-56DF-4062-99CF-3B89528CB374}" srcOrd="1" destOrd="0" parTransId="{5944800C-F767-4933-866C-9EB2F2FD63E5}" sibTransId="{5A4A462C-B32C-4243-8716-9482B850CF90}"/>
    <dgm:cxn modelId="{ABDC6DD9-41CC-4AB0-9A12-ED39101137A2}" type="presOf" srcId="{5944800C-F767-4933-866C-9EB2F2FD63E5}" destId="{45022D1E-19E7-4958-ACD0-77CCEE142DE4}" srcOrd="1" destOrd="0" presId="urn:microsoft.com/office/officeart/2005/8/layout/hierarchy2"/>
    <dgm:cxn modelId="{D7D90CE0-0DD3-4B0A-8FBF-F1584B27C0C3}" type="presOf" srcId="{6346B8AF-3AAA-4A17-A0A0-1760B7F49499}" destId="{8E7DA5BB-AB92-4401-A13F-54D929CCF88B}" srcOrd="1" destOrd="0" presId="urn:microsoft.com/office/officeart/2005/8/layout/hierarchy2"/>
    <dgm:cxn modelId="{275771E1-68C9-45B9-9200-6B8266994682}" type="presOf" srcId="{132641E5-074F-4DA3-A6B2-B0B1D6792404}" destId="{667E58E1-D75B-4D52-BAD4-99A3E9CC32E2}" srcOrd="0" destOrd="0" presId="urn:microsoft.com/office/officeart/2005/8/layout/hierarchy2"/>
    <dgm:cxn modelId="{D85C58E3-4530-43CE-8CF8-C3B682960C8E}" type="presOf" srcId="{BB6D83D4-C653-448B-8F66-845403BF145D}" destId="{82E5840E-FCB7-49B5-AAAF-7C1A6DFF55F7}" srcOrd="0" destOrd="0" presId="urn:microsoft.com/office/officeart/2005/8/layout/hierarchy2"/>
    <dgm:cxn modelId="{9AFE9FE4-4EC1-422D-8BC0-BE984F56E504}" srcId="{B2A8799B-8C73-4C99-BC19-885E19AA182D}" destId="{9274BB4C-FFFA-4FBB-9F24-5A3370DAD96B}" srcOrd="1" destOrd="0" parTransId="{BB6D83D4-C653-448B-8F66-845403BF145D}" sibTransId="{6C4A98F7-1586-402A-9470-744CD1EA6E93}"/>
    <dgm:cxn modelId="{7A6845EC-59BB-4880-8994-AB546A0775C3}" type="presOf" srcId="{66C1BA24-4DA3-4D89-9196-6E34D1D29E58}" destId="{FE3F727F-6A13-44D8-831A-B4BE5C3024B9}" srcOrd="1" destOrd="0" presId="urn:microsoft.com/office/officeart/2005/8/layout/hierarchy2"/>
    <dgm:cxn modelId="{FCBD31ED-1881-45DC-9258-07B991A67712}" type="presOf" srcId="{59B3A94E-3A2B-42C1-B5C4-55DF1D3D3C4D}" destId="{17CAC33D-4A2E-4E81-9DDB-ACFE02AF5880}" srcOrd="0" destOrd="0" presId="urn:microsoft.com/office/officeart/2005/8/layout/hierarchy2"/>
    <dgm:cxn modelId="{DA5342F1-43E1-49C3-A5DA-FB3D26F2C99E}" srcId="{38D4D8BD-D534-4F07-86BB-4EA4C9B80CE9}" destId="{AC85E766-9E08-464B-A922-CFCEA0778144}" srcOrd="0" destOrd="0" parTransId="{132641E5-074F-4DA3-A6B2-B0B1D6792404}" sibTransId="{C6F3B20A-0967-43AB-9AEA-C0ED8803FAAF}"/>
    <dgm:cxn modelId="{4B1F0CF8-57B4-49C3-B335-7FC209302EAB}" type="presOf" srcId="{6346B8AF-3AAA-4A17-A0A0-1760B7F49499}" destId="{3F77CC43-ABFE-4575-AA3D-1FA8B4470B12}" srcOrd="0" destOrd="0" presId="urn:microsoft.com/office/officeart/2005/8/layout/hierarchy2"/>
    <dgm:cxn modelId="{90BD1DF9-058A-4B22-A7AC-64B56DE88997}" type="presOf" srcId="{470900E7-CEED-4CA4-A42E-C65A17E20330}" destId="{5F7932A6-ECA4-4D5E-B64A-09D50596BF69}" srcOrd="1" destOrd="0" presId="urn:microsoft.com/office/officeart/2005/8/layout/hierarchy2"/>
    <dgm:cxn modelId="{ADFD9F05-5593-40FC-9189-C2B75842EF12}" type="presParOf" srcId="{D170AF0D-881E-4D14-B196-009863F2250E}" destId="{232F8847-9ABC-4F02-B880-9D81344180B3}" srcOrd="0" destOrd="0" presId="urn:microsoft.com/office/officeart/2005/8/layout/hierarchy2"/>
    <dgm:cxn modelId="{77680777-4CED-460A-AB20-ECDC83CDA5D8}" type="presParOf" srcId="{232F8847-9ABC-4F02-B880-9D81344180B3}" destId="{43E03B05-B824-4645-9B76-2B411D17172C}" srcOrd="0" destOrd="0" presId="urn:microsoft.com/office/officeart/2005/8/layout/hierarchy2"/>
    <dgm:cxn modelId="{DB922613-E07F-466A-9DA3-DD36724F7F2F}" type="presParOf" srcId="{232F8847-9ABC-4F02-B880-9D81344180B3}" destId="{F03D55AD-B378-44E6-AF8E-199B0ADAFD17}" srcOrd="1" destOrd="0" presId="urn:microsoft.com/office/officeart/2005/8/layout/hierarchy2"/>
    <dgm:cxn modelId="{32C9D9F3-7025-401A-A58C-A3DB62A0B762}" type="presParOf" srcId="{F03D55AD-B378-44E6-AF8E-199B0ADAFD17}" destId="{A7ABCA07-5D61-4330-B00A-B9AAE366034F}" srcOrd="0" destOrd="0" presId="urn:microsoft.com/office/officeart/2005/8/layout/hierarchy2"/>
    <dgm:cxn modelId="{EEF3F75B-D746-40B6-9996-80DECEDF0BDB}" type="presParOf" srcId="{A7ABCA07-5D61-4330-B00A-B9AAE366034F}" destId="{079585BC-4F9B-4B90-9056-7D3A10F435CC}" srcOrd="0" destOrd="0" presId="urn:microsoft.com/office/officeart/2005/8/layout/hierarchy2"/>
    <dgm:cxn modelId="{474C95FD-8512-40C0-A815-369ED156AD21}" type="presParOf" srcId="{F03D55AD-B378-44E6-AF8E-199B0ADAFD17}" destId="{0F55A143-997A-40E8-8147-54C5F6BBC19A}" srcOrd="1" destOrd="0" presId="urn:microsoft.com/office/officeart/2005/8/layout/hierarchy2"/>
    <dgm:cxn modelId="{6FCF9209-E148-4BAB-B48E-6BE888B82D4F}" type="presParOf" srcId="{0F55A143-997A-40E8-8147-54C5F6BBC19A}" destId="{A250D57B-D10F-4570-8357-514ACDC4D6E4}" srcOrd="0" destOrd="0" presId="urn:microsoft.com/office/officeart/2005/8/layout/hierarchy2"/>
    <dgm:cxn modelId="{AF355A2E-4458-4AE9-987D-0C112E06D7D5}" type="presParOf" srcId="{0F55A143-997A-40E8-8147-54C5F6BBC19A}" destId="{2C201BD4-697E-4BC3-AF98-B0C7ED019F8C}" srcOrd="1" destOrd="0" presId="urn:microsoft.com/office/officeart/2005/8/layout/hierarchy2"/>
    <dgm:cxn modelId="{E31AB11B-3C30-4D63-9DA2-CE18DC3D1645}" type="presParOf" srcId="{2C201BD4-697E-4BC3-AF98-B0C7ED019F8C}" destId="{4ED7AF3D-8752-4B4F-99BE-AFD378AE20D0}" srcOrd="0" destOrd="0" presId="urn:microsoft.com/office/officeart/2005/8/layout/hierarchy2"/>
    <dgm:cxn modelId="{F365D128-C0E1-4E4F-9013-39237DBF7568}" type="presParOf" srcId="{4ED7AF3D-8752-4B4F-99BE-AFD378AE20D0}" destId="{5F7932A6-ECA4-4D5E-B64A-09D50596BF69}" srcOrd="0" destOrd="0" presId="urn:microsoft.com/office/officeart/2005/8/layout/hierarchy2"/>
    <dgm:cxn modelId="{EB68E0FB-39DC-48EE-925C-97863919EBFC}" type="presParOf" srcId="{2C201BD4-697E-4BC3-AF98-B0C7ED019F8C}" destId="{49B6596B-1296-48E0-A82B-3F149D8F380B}" srcOrd="1" destOrd="0" presId="urn:microsoft.com/office/officeart/2005/8/layout/hierarchy2"/>
    <dgm:cxn modelId="{5C88F752-B0F6-4197-A933-02819472E2C2}" type="presParOf" srcId="{49B6596B-1296-48E0-A82B-3F149D8F380B}" destId="{B638AB02-A9BA-4F8D-A67E-43DEFDAC677D}" srcOrd="0" destOrd="0" presId="urn:microsoft.com/office/officeart/2005/8/layout/hierarchy2"/>
    <dgm:cxn modelId="{756C61A7-B717-4832-ADEF-15987DDD187B}" type="presParOf" srcId="{49B6596B-1296-48E0-A82B-3F149D8F380B}" destId="{1CF3F042-C086-4E52-960C-769B2DABA08C}" srcOrd="1" destOrd="0" presId="urn:microsoft.com/office/officeart/2005/8/layout/hierarchy2"/>
    <dgm:cxn modelId="{4C5E3A8E-2342-407F-B4ED-BA15BBEFA4E4}" type="presParOf" srcId="{1CF3F042-C086-4E52-960C-769B2DABA08C}" destId="{FA8A393D-5391-488B-AC66-7516928446C1}" srcOrd="0" destOrd="0" presId="urn:microsoft.com/office/officeart/2005/8/layout/hierarchy2"/>
    <dgm:cxn modelId="{A6D1DA73-74CF-44B7-9DB2-FAD742FF63A6}" type="presParOf" srcId="{FA8A393D-5391-488B-AC66-7516928446C1}" destId="{3035D2DA-DAE6-4391-BC80-706258B98067}" srcOrd="0" destOrd="0" presId="urn:microsoft.com/office/officeart/2005/8/layout/hierarchy2"/>
    <dgm:cxn modelId="{9C2C259E-1349-4A95-991F-F42D7D243F0E}" type="presParOf" srcId="{1CF3F042-C086-4E52-960C-769B2DABA08C}" destId="{6C8FC492-D3FD-4525-A4CC-CF26D5F5868A}" srcOrd="1" destOrd="0" presId="urn:microsoft.com/office/officeart/2005/8/layout/hierarchy2"/>
    <dgm:cxn modelId="{91DFC111-7C7F-4F1D-AB56-D4AF4CD82A64}" type="presParOf" srcId="{6C8FC492-D3FD-4525-A4CC-CF26D5F5868A}" destId="{B9BCD95C-7575-4CE7-A072-3B0FA28C7055}" srcOrd="0" destOrd="0" presId="urn:microsoft.com/office/officeart/2005/8/layout/hierarchy2"/>
    <dgm:cxn modelId="{D0DD125A-7AEC-4A60-9AEE-397A2279507A}" type="presParOf" srcId="{6C8FC492-D3FD-4525-A4CC-CF26D5F5868A}" destId="{BDF6C01C-93EF-43AD-A09F-1DC282692F7E}" srcOrd="1" destOrd="0" presId="urn:microsoft.com/office/officeart/2005/8/layout/hierarchy2"/>
    <dgm:cxn modelId="{C349F144-CD57-42C0-A66C-71CA9CF01E31}" type="presParOf" srcId="{BDF6C01C-93EF-43AD-A09F-1DC282692F7E}" destId="{CFB8291D-ED9C-4FC4-845E-532B47CEACC4}" srcOrd="0" destOrd="0" presId="urn:microsoft.com/office/officeart/2005/8/layout/hierarchy2"/>
    <dgm:cxn modelId="{4815A4F2-8250-472B-BA77-70B23CD0A5A8}" type="presParOf" srcId="{CFB8291D-ED9C-4FC4-845E-532B47CEACC4}" destId="{D392FF77-7AF9-4527-8338-5D9AC48E31E0}" srcOrd="0" destOrd="0" presId="urn:microsoft.com/office/officeart/2005/8/layout/hierarchy2"/>
    <dgm:cxn modelId="{F8783652-91D5-4F0A-9F4A-BE0EAE3456D0}" type="presParOf" srcId="{BDF6C01C-93EF-43AD-A09F-1DC282692F7E}" destId="{282D37C5-D76B-43A9-8AFD-C69B9249199F}" srcOrd="1" destOrd="0" presId="urn:microsoft.com/office/officeart/2005/8/layout/hierarchy2"/>
    <dgm:cxn modelId="{2B8EE808-AF4A-43D7-840F-BE2003745552}" type="presParOf" srcId="{282D37C5-D76B-43A9-8AFD-C69B9249199F}" destId="{80558D44-6DDA-4A5B-A6E9-61632FE66445}" srcOrd="0" destOrd="0" presId="urn:microsoft.com/office/officeart/2005/8/layout/hierarchy2"/>
    <dgm:cxn modelId="{14C41967-64A2-43CF-88B0-83BBF449EF6D}" type="presParOf" srcId="{282D37C5-D76B-43A9-8AFD-C69B9249199F}" destId="{0BCAD8CB-F030-4C01-ADC3-B9499BE3BFAD}" srcOrd="1" destOrd="0" presId="urn:microsoft.com/office/officeart/2005/8/layout/hierarchy2"/>
    <dgm:cxn modelId="{DFB8463B-E762-4B3F-AE61-7E4482E67914}" type="presParOf" srcId="{0BCAD8CB-F030-4C01-ADC3-B9499BE3BFAD}" destId="{85B9CF0A-8081-4FE9-8111-D076C8727BC6}" srcOrd="0" destOrd="0" presId="urn:microsoft.com/office/officeart/2005/8/layout/hierarchy2"/>
    <dgm:cxn modelId="{4C30E2C0-BBF5-45A8-AAC0-022B8A78ACB0}" type="presParOf" srcId="{85B9CF0A-8081-4FE9-8111-D076C8727BC6}" destId="{1F867DB0-E44A-42D9-869F-264E756A4BFF}" srcOrd="0" destOrd="0" presId="urn:microsoft.com/office/officeart/2005/8/layout/hierarchy2"/>
    <dgm:cxn modelId="{B07A31F3-AB38-4A0F-AA23-ECB510DA8884}" type="presParOf" srcId="{0BCAD8CB-F030-4C01-ADC3-B9499BE3BFAD}" destId="{312ACA44-1B67-4D95-B672-46ED427510A4}" srcOrd="1" destOrd="0" presId="urn:microsoft.com/office/officeart/2005/8/layout/hierarchy2"/>
    <dgm:cxn modelId="{BB59B306-D4B5-49A3-A347-82911904DF4A}" type="presParOf" srcId="{312ACA44-1B67-4D95-B672-46ED427510A4}" destId="{118008DA-FDEE-40C9-97AA-9AC096961160}" srcOrd="0" destOrd="0" presId="urn:microsoft.com/office/officeart/2005/8/layout/hierarchy2"/>
    <dgm:cxn modelId="{29C7487E-9217-449F-92A0-D5482C9C5F27}" type="presParOf" srcId="{312ACA44-1B67-4D95-B672-46ED427510A4}" destId="{6D1FAE4A-70C1-47F1-B425-E2EA88388C7D}" srcOrd="1" destOrd="0" presId="urn:microsoft.com/office/officeart/2005/8/layout/hierarchy2"/>
    <dgm:cxn modelId="{4721E18F-B0EB-40C1-9B44-42EFA129EE2D}" type="presParOf" srcId="{2C201BD4-697E-4BC3-AF98-B0C7ED019F8C}" destId="{E6E4B6FE-E095-46BE-BCE1-B90539FC23BE}" srcOrd="2" destOrd="0" presId="urn:microsoft.com/office/officeart/2005/8/layout/hierarchy2"/>
    <dgm:cxn modelId="{D6334648-6542-4FD4-9299-68D71406C25A}" type="presParOf" srcId="{E6E4B6FE-E095-46BE-BCE1-B90539FC23BE}" destId="{7EF7D265-35DC-44B5-B3E2-FC79B768847F}" srcOrd="0" destOrd="0" presId="urn:microsoft.com/office/officeart/2005/8/layout/hierarchy2"/>
    <dgm:cxn modelId="{D31072A9-888E-4287-B2A9-1CB28384E06D}" type="presParOf" srcId="{2C201BD4-697E-4BC3-AF98-B0C7ED019F8C}" destId="{0ABA5B4D-FFC2-4E84-B571-5DD2AADB12BD}" srcOrd="3" destOrd="0" presId="urn:microsoft.com/office/officeart/2005/8/layout/hierarchy2"/>
    <dgm:cxn modelId="{648316F5-F521-4B0B-A03C-68A42777F87E}" type="presParOf" srcId="{0ABA5B4D-FFC2-4E84-B571-5DD2AADB12BD}" destId="{C4F3D3C0-21AE-40DB-A309-5F32C2DBD05F}" srcOrd="0" destOrd="0" presId="urn:microsoft.com/office/officeart/2005/8/layout/hierarchy2"/>
    <dgm:cxn modelId="{2D4EA628-DD77-4EAF-BB8D-765FB6D55076}" type="presParOf" srcId="{0ABA5B4D-FFC2-4E84-B571-5DD2AADB12BD}" destId="{35F67BA3-C03D-4ED2-BF5C-B0F21D0EFA15}" srcOrd="1" destOrd="0" presId="urn:microsoft.com/office/officeart/2005/8/layout/hierarchy2"/>
    <dgm:cxn modelId="{82D6FE10-691F-45C7-9E4B-4FE97E036F8E}" type="presParOf" srcId="{35F67BA3-C03D-4ED2-BF5C-B0F21D0EFA15}" destId="{BFC2044D-F950-44F3-9C49-0281ABDD8506}" srcOrd="0" destOrd="0" presId="urn:microsoft.com/office/officeart/2005/8/layout/hierarchy2"/>
    <dgm:cxn modelId="{24D0313D-8A36-4326-98BA-DCFDC4AF91B7}" type="presParOf" srcId="{BFC2044D-F950-44F3-9C49-0281ABDD8506}" destId="{94057E4D-8C27-4328-933F-3F1F7FEB3F95}" srcOrd="0" destOrd="0" presId="urn:microsoft.com/office/officeart/2005/8/layout/hierarchy2"/>
    <dgm:cxn modelId="{C37DD88B-8C40-4C6D-AB2C-59CE7729BAE4}" type="presParOf" srcId="{35F67BA3-C03D-4ED2-BF5C-B0F21D0EFA15}" destId="{1276E9E2-72DD-402B-950D-EB00D69B0445}" srcOrd="1" destOrd="0" presId="urn:microsoft.com/office/officeart/2005/8/layout/hierarchy2"/>
    <dgm:cxn modelId="{13772969-6384-4F64-951C-55D06CDCE8AA}" type="presParOf" srcId="{1276E9E2-72DD-402B-950D-EB00D69B0445}" destId="{A8F2F338-37CB-4345-BC89-B63074243611}" srcOrd="0" destOrd="0" presId="urn:microsoft.com/office/officeart/2005/8/layout/hierarchy2"/>
    <dgm:cxn modelId="{A89DCDB9-1FAD-48BA-B7CF-AB00C304958D}" type="presParOf" srcId="{1276E9E2-72DD-402B-950D-EB00D69B0445}" destId="{82401DA0-CA18-499E-97B3-129C56309CC4}" srcOrd="1" destOrd="0" presId="urn:microsoft.com/office/officeart/2005/8/layout/hierarchy2"/>
    <dgm:cxn modelId="{2596F2B8-3AE1-42B5-930A-2F68C76F4BBF}" type="presParOf" srcId="{82401DA0-CA18-499E-97B3-129C56309CC4}" destId="{667E58E1-D75B-4D52-BAD4-99A3E9CC32E2}" srcOrd="0" destOrd="0" presId="urn:microsoft.com/office/officeart/2005/8/layout/hierarchy2"/>
    <dgm:cxn modelId="{18BEABBC-039A-4FFB-8144-8A26506851D7}" type="presParOf" srcId="{667E58E1-D75B-4D52-BAD4-99A3E9CC32E2}" destId="{BF1E58F9-44B0-4866-9907-24F578D936DC}" srcOrd="0" destOrd="0" presId="urn:microsoft.com/office/officeart/2005/8/layout/hierarchy2"/>
    <dgm:cxn modelId="{13AA91C4-7FD7-477E-AEEA-B8537602CEC1}" type="presParOf" srcId="{82401DA0-CA18-499E-97B3-129C56309CC4}" destId="{44E7AFDC-FCF3-4FCE-B388-8A35F8BD91C5}" srcOrd="1" destOrd="0" presId="urn:microsoft.com/office/officeart/2005/8/layout/hierarchy2"/>
    <dgm:cxn modelId="{C4706B9A-81D6-448F-9728-3A70313A5DE0}" type="presParOf" srcId="{44E7AFDC-FCF3-4FCE-B388-8A35F8BD91C5}" destId="{F94C6349-C858-446F-ABE3-19F9F3BA83E1}" srcOrd="0" destOrd="0" presId="urn:microsoft.com/office/officeart/2005/8/layout/hierarchy2"/>
    <dgm:cxn modelId="{FDB18A91-39B0-4C91-BFEF-460D09FE02C1}" type="presParOf" srcId="{44E7AFDC-FCF3-4FCE-B388-8A35F8BD91C5}" destId="{5250352E-DA29-4BBE-B3EC-1D5E7EB2D181}" srcOrd="1" destOrd="0" presId="urn:microsoft.com/office/officeart/2005/8/layout/hierarchy2"/>
    <dgm:cxn modelId="{903B4A85-BFCD-49FA-8D27-20D656456E58}" type="presParOf" srcId="{F03D55AD-B378-44E6-AF8E-199B0ADAFD17}" destId="{6A370B9C-0866-47C3-87BA-82192916D029}" srcOrd="2" destOrd="0" presId="urn:microsoft.com/office/officeart/2005/8/layout/hierarchy2"/>
    <dgm:cxn modelId="{1D8255CC-5892-4B76-BB1B-4CA22B55331F}" type="presParOf" srcId="{6A370B9C-0866-47C3-87BA-82192916D029}" destId="{45022D1E-19E7-4958-ACD0-77CCEE142DE4}" srcOrd="0" destOrd="0" presId="urn:microsoft.com/office/officeart/2005/8/layout/hierarchy2"/>
    <dgm:cxn modelId="{E03C50D8-A079-43E2-BE71-69FA09636A19}" type="presParOf" srcId="{F03D55AD-B378-44E6-AF8E-199B0ADAFD17}" destId="{2E1F8818-FDF5-469C-B013-0D9D1CA0B7CD}" srcOrd="3" destOrd="0" presId="urn:microsoft.com/office/officeart/2005/8/layout/hierarchy2"/>
    <dgm:cxn modelId="{F7D788AD-2CF2-4868-84B8-7B7CA1C64E24}" type="presParOf" srcId="{2E1F8818-FDF5-469C-B013-0D9D1CA0B7CD}" destId="{BC24DCFF-BD3B-4A36-83E7-D0FEB4156DB0}" srcOrd="0" destOrd="0" presId="urn:microsoft.com/office/officeart/2005/8/layout/hierarchy2"/>
    <dgm:cxn modelId="{483B34F9-4149-4A9C-A774-6DD30E8F592F}" type="presParOf" srcId="{2E1F8818-FDF5-469C-B013-0D9D1CA0B7CD}" destId="{1B4DCEB9-5633-4130-91DB-4D3772A2B32C}" srcOrd="1" destOrd="0" presId="urn:microsoft.com/office/officeart/2005/8/layout/hierarchy2"/>
    <dgm:cxn modelId="{DE707263-3F58-41DB-8E41-9E1B1838B7D3}" type="presParOf" srcId="{1B4DCEB9-5633-4130-91DB-4D3772A2B32C}" destId="{6EB94782-331F-4D53-B046-32BC5C25ECCC}" srcOrd="0" destOrd="0" presId="urn:microsoft.com/office/officeart/2005/8/layout/hierarchy2"/>
    <dgm:cxn modelId="{CACF662B-65FC-4422-A6E2-0FAE4FBAB909}" type="presParOf" srcId="{6EB94782-331F-4D53-B046-32BC5C25ECCC}" destId="{FE3F727F-6A13-44D8-831A-B4BE5C3024B9}" srcOrd="0" destOrd="0" presId="urn:microsoft.com/office/officeart/2005/8/layout/hierarchy2"/>
    <dgm:cxn modelId="{871C8422-EDD4-4E85-A209-CC8F459CE539}" type="presParOf" srcId="{1B4DCEB9-5633-4130-91DB-4D3772A2B32C}" destId="{7F94D4E1-D479-4FBD-9124-98E00BD69B3D}" srcOrd="1" destOrd="0" presId="urn:microsoft.com/office/officeart/2005/8/layout/hierarchy2"/>
    <dgm:cxn modelId="{DB3378B9-088B-4ED6-B738-87F706309E55}" type="presParOf" srcId="{7F94D4E1-D479-4FBD-9124-98E00BD69B3D}" destId="{F26DEF41-79F5-4554-B5A9-8808F84234AD}" srcOrd="0" destOrd="0" presId="urn:microsoft.com/office/officeart/2005/8/layout/hierarchy2"/>
    <dgm:cxn modelId="{BAB48690-D6C6-4991-B0C0-B1770BBD766E}" type="presParOf" srcId="{7F94D4E1-D479-4FBD-9124-98E00BD69B3D}" destId="{41ADD604-59EE-4BA6-BA99-1F559D50512A}" srcOrd="1" destOrd="0" presId="urn:microsoft.com/office/officeart/2005/8/layout/hierarchy2"/>
    <dgm:cxn modelId="{C84C451A-3F91-4168-BB8C-F02F64D7EB41}" type="presParOf" srcId="{41ADD604-59EE-4BA6-BA99-1F559D50512A}" destId="{17CAC33D-4A2E-4E81-9DDB-ACFE02AF5880}" srcOrd="0" destOrd="0" presId="urn:microsoft.com/office/officeart/2005/8/layout/hierarchy2"/>
    <dgm:cxn modelId="{5B098ED7-ADFA-4947-B98B-2D6643B8B3D0}" type="presParOf" srcId="{17CAC33D-4A2E-4E81-9DDB-ACFE02AF5880}" destId="{7C4F35C3-8F33-483F-BDA8-9EF8CFA2AF98}" srcOrd="0" destOrd="0" presId="urn:microsoft.com/office/officeart/2005/8/layout/hierarchy2"/>
    <dgm:cxn modelId="{AFDB1CD1-7C7C-4C26-A6D4-64ED520F6705}" type="presParOf" srcId="{41ADD604-59EE-4BA6-BA99-1F559D50512A}" destId="{D143900E-3E16-4859-99DA-A2A8B9083D2E}" srcOrd="1" destOrd="0" presId="urn:microsoft.com/office/officeart/2005/8/layout/hierarchy2"/>
    <dgm:cxn modelId="{B7386A59-A53D-4CC5-BEA6-6CE449C796F8}" type="presParOf" srcId="{D143900E-3E16-4859-99DA-A2A8B9083D2E}" destId="{7D059A30-DBEF-4BBE-9E6D-5077FC97702F}" srcOrd="0" destOrd="0" presId="urn:microsoft.com/office/officeart/2005/8/layout/hierarchy2"/>
    <dgm:cxn modelId="{0628EB6E-11FF-4736-87DD-562CC518C472}" type="presParOf" srcId="{D143900E-3E16-4859-99DA-A2A8B9083D2E}" destId="{83131384-1E59-4E11-803A-561F724B25EA}" srcOrd="1" destOrd="0" presId="urn:microsoft.com/office/officeart/2005/8/layout/hierarchy2"/>
    <dgm:cxn modelId="{E8566092-3DD1-4298-843A-0E4FBF0B9B71}" type="presParOf" srcId="{41ADD604-59EE-4BA6-BA99-1F559D50512A}" destId="{82E5840E-FCB7-49B5-AAAF-7C1A6DFF55F7}" srcOrd="2" destOrd="0" presId="urn:microsoft.com/office/officeart/2005/8/layout/hierarchy2"/>
    <dgm:cxn modelId="{EE1CCDB6-DADA-484F-B50E-194D93947A32}" type="presParOf" srcId="{82E5840E-FCB7-49B5-AAAF-7C1A6DFF55F7}" destId="{633E3ACC-480B-4007-9481-AE1ADC016A4D}" srcOrd="0" destOrd="0" presId="urn:microsoft.com/office/officeart/2005/8/layout/hierarchy2"/>
    <dgm:cxn modelId="{E797F91E-EB45-4E85-B679-9F3D74AE8514}" type="presParOf" srcId="{41ADD604-59EE-4BA6-BA99-1F559D50512A}" destId="{6AED36AD-D2D7-4FB9-B498-3CE49C107CFB}" srcOrd="3" destOrd="0" presId="urn:microsoft.com/office/officeart/2005/8/layout/hierarchy2"/>
    <dgm:cxn modelId="{CE936B40-8E90-45DB-85DE-65D78B91FBDE}" type="presParOf" srcId="{6AED36AD-D2D7-4FB9-B498-3CE49C107CFB}" destId="{A3D47BF7-76D9-4D20-97E3-60DA637545F4}" srcOrd="0" destOrd="0" presId="urn:microsoft.com/office/officeart/2005/8/layout/hierarchy2"/>
    <dgm:cxn modelId="{AEA8E1B1-0117-444F-895F-3378B23A0230}" type="presParOf" srcId="{6AED36AD-D2D7-4FB9-B498-3CE49C107CFB}" destId="{2A11BDF1-C7A1-4459-B54B-EA1EB546C98E}" srcOrd="1" destOrd="0" presId="urn:microsoft.com/office/officeart/2005/8/layout/hierarchy2"/>
    <dgm:cxn modelId="{CE91617E-2E94-405C-B29F-7365024458CF}" type="presParOf" srcId="{2A11BDF1-C7A1-4459-B54B-EA1EB546C98E}" destId="{EFED9D84-C3F6-4EF5-8CE4-00E96FE0C1F2}" srcOrd="0" destOrd="0" presId="urn:microsoft.com/office/officeart/2005/8/layout/hierarchy2"/>
    <dgm:cxn modelId="{D4A11D7E-8831-4A41-B3DA-66B109372912}" type="presParOf" srcId="{EFED9D84-C3F6-4EF5-8CE4-00E96FE0C1F2}" destId="{360E2367-DB37-4DAB-99EC-DC0351A3747D}" srcOrd="0" destOrd="0" presId="urn:microsoft.com/office/officeart/2005/8/layout/hierarchy2"/>
    <dgm:cxn modelId="{C2B17502-7BE5-4CC2-8A6A-710B6FFD2D95}" type="presParOf" srcId="{2A11BDF1-C7A1-4459-B54B-EA1EB546C98E}" destId="{F3777CE3-54DB-4503-BECF-A26784954565}" srcOrd="1" destOrd="0" presId="urn:microsoft.com/office/officeart/2005/8/layout/hierarchy2"/>
    <dgm:cxn modelId="{1F2F617E-5E61-4410-AC92-454B4C749BBA}" type="presParOf" srcId="{F3777CE3-54DB-4503-BECF-A26784954565}" destId="{1EBC72D9-8D27-4E66-9CB0-B9F77D8D360A}" srcOrd="0" destOrd="0" presId="urn:microsoft.com/office/officeart/2005/8/layout/hierarchy2"/>
    <dgm:cxn modelId="{5E6233E8-210E-433B-AEEE-984CA4706507}" type="presParOf" srcId="{F3777CE3-54DB-4503-BECF-A26784954565}" destId="{57E41954-A831-4D5D-8078-DA92138182E9}" srcOrd="1" destOrd="0" presId="urn:microsoft.com/office/officeart/2005/8/layout/hierarchy2"/>
    <dgm:cxn modelId="{17C04EAF-D87D-4A46-BA57-8A64AF7930E5}" type="presParOf" srcId="{2A11BDF1-C7A1-4459-B54B-EA1EB546C98E}" destId="{3F77CC43-ABFE-4575-AA3D-1FA8B4470B12}" srcOrd="2" destOrd="0" presId="urn:microsoft.com/office/officeart/2005/8/layout/hierarchy2"/>
    <dgm:cxn modelId="{447395B5-3DBC-4920-8C8E-225148BD5A79}" type="presParOf" srcId="{3F77CC43-ABFE-4575-AA3D-1FA8B4470B12}" destId="{8E7DA5BB-AB92-4401-A13F-54D929CCF88B}" srcOrd="0" destOrd="0" presId="urn:microsoft.com/office/officeart/2005/8/layout/hierarchy2"/>
    <dgm:cxn modelId="{E708C6A7-1C85-425D-907C-7CCB1ED4F198}" type="presParOf" srcId="{2A11BDF1-C7A1-4459-B54B-EA1EB546C98E}" destId="{79353EA0-9DBC-40A4-8D98-1131F4C4214F}" srcOrd="3" destOrd="0" presId="urn:microsoft.com/office/officeart/2005/8/layout/hierarchy2"/>
    <dgm:cxn modelId="{D4CDE878-9CE1-46B1-9884-C8C5889DF324}" type="presParOf" srcId="{79353EA0-9DBC-40A4-8D98-1131F4C4214F}" destId="{75928510-58CB-4575-8E7D-4CE376476727}" srcOrd="0" destOrd="0" presId="urn:microsoft.com/office/officeart/2005/8/layout/hierarchy2"/>
    <dgm:cxn modelId="{7B0BA41A-B9BF-4690-9F33-9E02599AA7D9}" type="presParOf" srcId="{79353EA0-9DBC-40A4-8D98-1131F4C4214F}" destId="{37E24762-36D2-4171-BC01-AE122E466276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E03B05-B824-4645-9B76-2B411D17172C}">
      <dsp:nvSpPr>
        <dsp:cNvPr id="0" name=""/>
        <dsp:cNvSpPr/>
      </dsp:nvSpPr>
      <dsp:spPr>
        <a:xfrm>
          <a:off x="4784" y="2616519"/>
          <a:ext cx="1362505" cy="68125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rgbClr val="FFFFFF"/>
              </a:solidFill>
              <a:latin typeface="Calibri" panose="020F0502020204030204"/>
              <a:ea typeface="+mn-ea"/>
              <a:cs typeface="+mn-cs"/>
            </a:rPr>
            <a:t>Mode</a:t>
          </a:r>
        </a:p>
      </dsp:txBody>
      <dsp:txXfrm>
        <a:off x="24737" y="2636472"/>
        <a:ext cx="1322599" cy="641346"/>
      </dsp:txXfrm>
    </dsp:sp>
    <dsp:sp modelId="{A7ABCA07-5D61-4330-B00A-B9AAE366034F}">
      <dsp:nvSpPr>
        <dsp:cNvPr id="0" name=""/>
        <dsp:cNvSpPr/>
      </dsp:nvSpPr>
      <dsp:spPr>
        <a:xfrm rot="18289469">
          <a:off x="1162609" y="2555702"/>
          <a:ext cx="954361" cy="19445"/>
        </a:xfrm>
        <a:custGeom>
          <a:avLst/>
          <a:gdLst/>
          <a:ahLst/>
          <a:cxnLst/>
          <a:rect l="0" t="0" r="0" b="0"/>
          <a:pathLst>
            <a:path>
              <a:moveTo>
                <a:pt x="0" y="9722"/>
              </a:moveTo>
              <a:lnTo>
                <a:pt x="954361" y="9722"/>
              </a:lnTo>
            </a:path>
          </a:pathLst>
        </a:custGeom>
        <a:noFill/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615931" y="2541566"/>
        <a:ext cx="47718" cy="47718"/>
      </dsp:txXfrm>
    </dsp:sp>
    <dsp:sp modelId="{A250D57B-D10F-4570-8357-514ACDC4D6E4}">
      <dsp:nvSpPr>
        <dsp:cNvPr id="0" name=""/>
        <dsp:cNvSpPr/>
      </dsp:nvSpPr>
      <dsp:spPr>
        <a:xfrm>
          <a:off x="1912291" y="1833079"/>
          <a:ext cx="1362505" cy="68125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rgbClr val="FFFFFF"/>
              </a:solidFill>
              <a:latin typeface="Calibri" panose="020F0502020204030204"/>
              <a:ea typeface="+mn-ea"/>
              <a:cs typeface="+mn-cs"/>
            </a:rPr>
            <a:t>Bluetooth Mode</a:t>
          </a:r>
        </a:p>
      </dsp:txBody>
      <dsp:txXfrm>
        <a:off x="1932244" y="1853032"/>
        <a:ext cx="1322599" cy="641346"/>
      </dsp:txXfrm>
    </dsp:sp>
    <dsp:sp modelId="{4ED7AF3D-8752-4B4F-99BE-AFD378AE20D0}">
      <dsp:nvSpPr>
        <dsp:cNvPr id="0" name=""/>
        <dsp:cNvSpPr/>
      </dsp:nvSpPr>
      <dsp:spPr>
        <a:xfrm rot="19457599">
          <a:off x="3211711" y="1968122"/>
          <a:ext cx="671172" cy="19445"/>
        </a:xfrm>
        <a:custGeom>
          <a:avLst/>
          <a:gdLst/>
          <a:ahLst/>
          <a:cxnLst/>
          <a:rect l="0" t="0" r="0" b="0"/>
          <a:pathLst>
            <a:path>
              <a:moveTo>
                <a:pt x="0" y="9722"/>
              </a:moveTo>
              <a:lnTo>
                <a:pt x="671172" y="9722"/>
              </a:lnTo>
            </a:path>
          </a:pathLst>
        </a:custGeom>
        <a:noFill/>
        <a:ln w="1587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530518" y="1961066"/>
        <a:ext cx="33558" cy="33558"/>
      </dsp:txXfrm>
    </dsp:sp>
    <dsp:sp modelId="{B638AB02-A9BA-4F8D-A67E-43DEFDAC677D}">
      <dsp:nvSpPr>
        <dsp:cNvPr id="0" name=""/>
        <dsp:cNvSpPr/>
      </dsp:nvSpPr>
      <dsp:spPr>
        <a:xfrm>
          <a:off x="3819798" y="1441359"/>
          <a:ext cx="1362505" cy="68125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rgbClr val="FFFFFF"/>
              </a:solidFill>
              <a:latin typeface="Calibri" panose="020F0502020204030204"/>
              <a:ea typeface="+mn-ea"/>
              <a:cs typeface="+mn-cs"/>
            </a:rPr>
            <a:t>Move</a:t>
          </a:r>
        </a:p>
      </dsp:txBody>
      <dsp:txXfrm>
        <a:off x="3839751" y="1461312"/>
        <a:ext cx="1322599" cy="641346"/>
      </dsp:txXfrm>
    </dsp:sp>
    <dsp:sp modelId="{FA8A393D-5391-488B-AC66-7516928446C1}">
      <dsp:nvSpPr>
        <dsp:cNvPr id="0" name=""/>
        <dsp:cNvSpPr/>
      </dsp:nvSpPr>
      <dsp:spPr>
        <a:xfrm>
          <a:off x="5182303" y="1772262"/>
          <a:ext cx="545002" cy="19445"/>
        </a:xfrm>
        <a:custGeom>
          <a:avLst/>
          <a:gdLst/>
          <a:ahLst/>
          <a:cxnLst/>
          <a:rect l="0" t="0" r="0" b="0"/>
          <a:pathLst>
            <a:path>
              <a:moveTo>
                <a:pt x="0" y="9722"/>
              </a:moveTo>
              <a:lnTo>
                <a:pt x="545002" y="9722"/>
              </a:lnTo>
            </a:path>
          </a:pathLst>
        </a:custGeom>
        <a:noFill/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441179" y="1768360"/>
        <a:ext cx="27250" cy="27250"/>
      </dsp:txXfrm>
    </dsp:sp>
    <dsp:sp modelId="{B9BCD95C-7575-4CE7-A072-3B0FA28C7055}">
      <dsp:nvSpPr>
        <dsp:cNvPr id="0" name=""/>
        <dsp:cNvSpPr/>
      </dsp:nvSpPr>
      <dsp:spPr>
        <a:xfrm>
          <a:off x="5727305" y="1441359"/>
          <a:ext cx="1362505" cy="681252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rgbClr val="FFFFFF"/>
              </a:solidFill>
              <a:latin typeface="Calibri"/>
              <a:ea typeface="+mn-ea"/>
              <a:cs typeface="+mn-cs"/>
            </a:rPr>
            <a:t>Process and take decision</a:t>
          </a:r>
        </a:p>
      </dsp:txBody>
      <dsp:txXfrm>
        <a:off x="5747258" y="1461312"/>
        <a:ext cx="1322599" cy="641346"/>
      </dsp:txXfrm>
    </dsp:sp>
    <dsp:sp modelId="{CFB8291D-ED9C-4FC4-845E-532B47CEACC4}">
      <dsp:nvSpPr>
        <dsp:cNvPr id="0" name=""/>
        <dsp:cNvSpPr/>
      </dsp:nvSpPr>
      <dsp:spPr>
        <a:xfrm>
          <a:off x="7089810" y="1772262"/>
          <a:ext cx="545002" cy="19445"/>
        </a:xfrm>
        <a:custGeom>
          <a:avLst/>
          <a:gdLst/>
          <a:ahLst/>
          <a:cxnLst/>
          <a:rect l="0" t="0" r="0" b="0"/>
          <a:pathLst>
            <a:path>
              <a:moveTo>
                <a:pt x="0" y="9722"/>
              </a:moveTo>
              <a:lnTo>
                <a:pt x="545002" y="9722"/>
              </a:lnTo>
            </a:path>
          </a:pathLst>
        </a:custGeom>
        <a:noFill/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348686" y="1768360"/>
        <a:ext cx="27250" cy="27250"/>
      </dsp:txXfrm>
    </dsp:sp>
    <dsp:sp modelId="{80558D44-6DDA-4A5B-A6E9-61632FE66445}">
      <dsp:nvSpPr>
        <dsp:cNvPr id="0" name=""/>
        <dsp:cNvSpPr/>
      </dsp:nvSpPr>
      <dsp:spPr>
        <a:xfrm>
          <a:off x="7634812" y="1441359"/>
          <a:ext cx="1362505" cy="681252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rgbClr val="FFFFFF"/>
              </a:solidFill>
              <a:latin typeface="Calibri" panose="020F0502020204030204"/>
              <a:ea typeface="+mn-ea"/>
              <a:cs typeface="+mn-cs"/>
            </a:rPr>
            <a:t>Send signals to motor driver</a:t>
          </a:r>
        </a:p>
      </dsp:txBody>
      <dsp:txXfrm>
        <a:off x="7654765" y="1461312"/>
        <a:ext cx="1322599" cy="641346"/>
      </dsp:txXfrm>
    </dsp:sp>
    <dsp:sp modelId="{85B9CF0A-8081-4FE9-8111-D076C8727BC6}">
      <dsp:nvSpPr>
        <dsp:cNvPr id="0" name=""/>
        <dsp:cNvSpPr/>
      </dsp:nvSpPr>
      <dsp:spPr>
        <a:xfrm>
          <a:off x="8997317" y="1772262"/>
          <a:ext cx="545002" cy="19445"/>
        </a:xfrm>
        <a:custGeom>
          <a:avLst/>
          <a:gdLst/>
          <a:ahLst/>
          <a:cxnLst/>
          <a:rect l="0" t="0" r="0" b="0"/>
          <a:pathLst>
            <a:path>
              <a:moveTo>
                <a:pt x="0" y="9722"/>
              </a:moveTo>
              <a:lnTo>
                <a:pt x="545002" y="9722"/>
              </a:lnTo>
            </a:path>
          </a:pathLst>
        </a:custGeom>
        <a:noFill/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9256193" y="1768360"/>
        <a:ext cx="27250" cy="27250"/>
      </dsp:txXfrm>
    </dsp:sp>
    <dsp:sp modelId="{118008DA-FDEE-40C9-97AA-9AC096961160}">
      <dsp:nvSpPr>
        <dsp:cNvPr id="0" name=""/>
        <dsp:cNvSpPr/>
      </dsp:nvSpPr>
      <dsp:spPr>
        <a:xfrm>
          <a:off x="9542319" y="1441359"/>
          <a:ext cx="1362505" cy="681252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rgbClr val="FFFFFF"/>
              </a:solidFill>
              <a:latin typeface="Calibri" panose="020F0502020204030204"/>
              <a:ea typeface="+mn-ea"/>
              <a:cs typeface="+mn-cs"/>
            </a:rPr>
            <a:t>DriveX moves (F,B,L,R)</a:t>
          </a:r>
        </a:p>
      </dsp:txBody>
      <dsp:txXfrm>
        <a:off x="9562272" y="1461312"/>
        <a:ext cx="1322599" cy="641346"/>
      </dsp:txXfrm>
    </dsp:sp>
    <dsp:sp modelId="{E6E4B6FE-E095-46BE-BCE1-B90539FC23BE}">
      <dsp:nvSpPr>
        <dsp:cNvPr id="0" name=""/>
        <dsp:cNvSpPr/>
      </dsp:nvSpPr>
      <dsp:spPr>
        <a:xfrm rot="2142401">
          <a:off x="3211711" y="2359842"/>
          <a:ext cx="671172" cy="19445"/>
        </a:xfrm>
        <a:custGeom>
          <a:avLst/>
          <a:gdLst/>
          <a:ahLst/>
          <a:cxnLst/>
          <a:rect l="0" t="0" r="0" b="0"/>
          <a:pathLst>
            <a:path>
              <a:moveTo>
                <a:pt x="0" y="9722"/>
              </a:moveTo>
              <a:lnTo>
                <a:pt x="671172" y="9722"/>
              </a:lnTo>
            </a:path>
          </a:pathLst>
        </a:custGeom>
        <a:noFill/>
        <a:ln w="1587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530518" y="2352786"/>
        <a:ext cx="33558" cy="33558"/>
      </dsp:txXfrm>
    </dsp:sp>
    <dsp:sp modelId="{C4F3D3C0-21AE-40DB-A309-5F32C2DBD05F}">
      <dsp:nvSpPr>
        <dsp:cNvPr id="0" name=""/>
        <dsp:cNvSpPr/>
      </dsp:nvSpPr>
      <dsp:spPr>
        <a:xfrm>
          <a:off x="3819798" y="2224799"/>
          <a:ext cx="1362505" cy="68125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rgbClr val="FFFFFF"/>
              </a:solidFill>
              <a:latin typeface="Calibri" panose="020F0502020204030204"/>
              <a:ea typeface="+mn-ea"/>
              <a:cs typeface="+mn-cs"/>
            </a:rPr>
            <a:t>Change Mode</a:t>
          </a:r>
        </a:p>
      </dsp:txBody>
      <dsp:txXfrm>
        <a:off x="3839751" y="2244752"/>
        <a:ext cx="1322599" cy="641346"/>
      </dsp:txXfrm>
    </dsp:sp>
    <dsp:sp modelId="{BFC2044D-F950-44F3-9C49-0281ABDD8506}">
      <dsp:nvSpPr>
        <dsp:cNvPr id="0" name=""/>
        <dsp:cNvSpPr/>
      </dsp:nvSpPr>
      <dsp:spPr>
        <a:xfrm>
          <a:off x="5182303" y="2555702"/>
          <a:ext cx="545002" cy="19445"/>
        </a:xfrm>
        <a:custGeom>
          <a:avLst/>
          <a:gdLst/>
          <a:ahLst/>
          <a:cxnLst/>
          <a:rect l="0" t="0" r="0" b="0"/>
          <a:pathLst>
            <a:path>
              <a:moveTo>
                <a:pt x="0" y="9722"/>
              </a:moveTo>
              <a:lnTo>
                <a:pt x="545002" y="9722"/>
              </a:lnTo>
            </a:path>
          </a:pathLst>
        </a:custGeom>
        <a:noFill/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441179" y="2551800"/>
        <a:ext cx="27250" cy="27250"/>
      </dsp:txXfrm>
    </dsp:sp>
    <dsp:sp modelId="{A8F2F338-37CB-4345-BC89-B63074243611}">
      <dsp:nvSpPr>
        <dsp:cNvPr id="0" name=""/>
        <dsp:cNvSpPr/>
      </dsp:nvSpPr>
      <dsp:spPr>
        <a:xfrm>
          <a:off x="5727305" y="2224799"/>
          <a:ext cx="1362505" cy="681252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rgbClr val="FFFFFF"/>
              </a:solidFill>
              <a:latin typeface="Calibri" panose="020F0502020204030204"/>
              <a:ea typeface="+mn-ea"/>
              <a:cs typeface="+mn-cs"/>
            </a:rPr>
            <a:t>Obstacle/ Bluetooth Mode</a:t>
          </a:r>
        </a:p>
      </dsp:txBody>
      <dsp:txXfrm>
        <a:off x="5747258" y="2244752"/>
        <a:ext cx="1322599" cy="641346"/>
      </dsp:txXfrm>
    </dsp:sp>
    <dsp:sp modelId="{667E58E1-D75B-4D52-BAD4-99A3E9CC32E2}">
      <dsp:nvSpPr>
        <dsp:cNvPr id="0" name=""/>
        <dsp:cNvSpPr/>
      </dsp:nvSpPr>
      <dsp:spPr>
        <a:xfrm>
          <a:off x="7089810" y="2555702"/>
          <a:ext cx="545002" cy="19445"/>
        </a:xfrm>
        <a:custGeom>
          <a:avLst/>
          <a:gdLst/>
          <a:ahLst/>
          <a:cxnLst/>
          <a:rect l="0" t="0" r="0" b="0"/>
          <a:pathLst>
            <a:path>
              <a:moveTo>
                <a:pt x="0" y="9722"/>
              </a:moveTo>
              <a:lnTo>
                <a:pt x="545002" y="9722"/>
              </a:lnTo>
            </a:path>
          </a:pathLst>
        </a:custGeom>
        <a:noFill/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348686" y="2551800"/>
        <a:ext cx="27250" cy="27250"/>
      </dsp:txXfrm>
    </dsp:sp>
    <dsp:sp modelId="{F94C6349-C858-446F-ABE3-19F9F3BA83E1}">
      <dsp:nvSpPr>
        <dsp:cNvPr id="0" name=""/>
        <dsp:cNvSpPr/>
      </dsp:nvSpPr>
      <dsp:spPr>
        <a:xfrm>
          <a:off x="7634812" y="2224799"/>
          <a:ext cx="1362505" cy="681252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rgbClr val="FFFFFF"/>
              </a:solidFill>
              <a:latin typeface="Calibri" panose="020F0502020204030204"/>
              <a:ea typeface="+mn-ea"/>
              <a:cs typeface="+mn-cs"/>
            </a:rPr>
            <a:t>In obstacle mode only respond to change mode</a:t>
          </a:r>
        </a:p>
      </dsp:txBody>
      <dsp:txXfrm>
        <a:off x="7654765" y="2244752"/>
        <a:ext cx="1322599" cy="641346"/>
      </dsp:txXfrm>
    </dsp:sp>
    <dsp:sp modelId="{6A370B9C-0866-47C3-87BA-82192916D029}">
      <dsp:nvSpPr>
        <dsp:cNvPr id="0" name=""/>
        <dsp:cNvSpPr/>
      </dsp:nvSpPr>
      <dsp:spPr>
        <a:xfrm rot="3310531">
          <a:off x="1162609" y="3339143"/>
          <a:ext cx="954361" cy="19445"/>
        </a:xfrm>
        <a:custGeom>
          <a:avLst/>
          <a:gdLst/>
          <a:ahLst/>
          <a:cxnLst/>
          <a:rect l="0" t="0" r="0" b="0"/>
          <a:pathLst>
            <a:path>
              <a:moveTo>
                <a:pt x="0" y="9722"/>
              </a:moveTo>
              <a:lnTo>
                <a:pt x="954361" y="9722"/>
              </a:lnTo>
            </a:path>
          </a:pathLst>
        </a:custGeom>
        <a:noFill/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615931" y="3325007"/>
        <a:ext cx="47718" cy="47718"/>
      </dsp:txXfrm>
    </dsp:sp>
    <dsp:sp modelId="{BC24DCFF-BD3B-4A36-83E7-D0FEB4156DB0}">
      <dsp:nvSpPr>
        <dsp:cNvPr id="0" name=""/>
        <dsp:cNvSpPr/>
      </dsp:nvSpPr>
      <dsp:spPr>
        <a:xfrm>
          <a:off x="1912291" y="3399960"/>
          <a:ext cx="1362505" cy="68125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rgbClr val="FFFFFF"/>
              </a:solidFill>
              <a:latin typeface="Calibri" panose="020F0502020204030204"/>
              <a:ea typeface="+mn-ea"/>
              <a:cs typeface="+mn-cs"/>
            </a:rPr>
            <a:t>Obstacle Mode</a:t>
          </a:r>
        </a:p>
      </dsp:txBody>
      <dsp:txXfrm>
        <a:off x="1932244" y="3419913"/>
        <a:ext cx="1322599" cy="641346"/>
      </dsp:txXfrm>
    </dsp:sp>
    <dsp:sp modelId="{6EB94782-331F-4D53-B046-32BC5C25ECCC}">
      <dsp:nvSpPr>
        <dsp:cNvPr id="0" name=""/>
        <dsp:cNvSpPr/>
      </dsp:nvSpPr>
      <dsp:spPr>
        <a:xfrm>
          <a:off x="3274796" y="3730863"/>
          <a:ext cx="545002" cy="19445"/>
        </a:xfrm>
        <a:custGeom>
          <a:avLst/>
          <a:gdLst/>
          <a:ahLst/>
          <a:cxnLst/>
          <a:rect l="0" t="0" r="0" b="0"/>
          <a:pathLst>
            <a:path>
              <a:moveTo>
                <a:pt x="0" y="9722"/>
              </a:moveTo>
              <a:lnTo>
                <a:pt x="545002" y="9722"/>
              </a:lnTo>
            </a:path>
          </a:pathLst>
        </a:custGeom>
        <a:noFill/>
        <a:ln w="1587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533672" y="3726961"/>
        <a:ext cx="27250" cy="27250"/>
      </dsp:txXfrm>
    </dsp:sp>
    <dsp:sp modelId="{F26DEF41-79F5-4554-B5A9-8808F84234AD}">
      <dsp:nvSpPr>
        <dsp:cNvPr id="0" name=""/>
        <dsp:cNvSpPr/>
      </dsp:nvSpPr>
      <dsp:spPr>
        <a:xfrm>
          <a:off x="3819798" y="3399960"/>
          <a:ext cx="1362505" cy="68125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rgbClr val="FFFFFF"/>
              </a:solidFill>
              <a:latin typeface="Calibri" panose="020F0502020204030204"/>
              <a:ea typeface="+mn-ea"/>
              <a:cs typeface="+mn-cs"/>
            </a:rPr>
            <a:t>Check for obstical</a:t>
          </a:r>
        </a:p>
      </dsp:txBody>
      <dsp:txXfrm>
        <a:off x="3839751" y="3419913"/>
        <a:ext cx="1322599" cy="641346"/>
      </dsp:txXfrm>
    </dsp:sp>
    <dsp:sp modelId="{17CAC33D-4A2E-4E81-9DDB-ACFE02AF5880}">
      <dsp:nvSpPr>
        <dsp:cNvPr id="0" name=""/>
        <dsp:cNvSpPr/>
      </dsp:nvSpPr>
      <dsp:spPr>
        <a:xfrm rot="19457599">
          <a:off x="5119218" y="3535003"/>
          <a:ext cx="671172" cy="19445"/>
        </a:xfrm>
        <a:custGeom>
          <a:avLst/>
          <a:gdLst/>
          <a:ahLst/>
          <a:cxnLst/>
          <a:rect l="0" t="0" r="0" b="0"/>
          <a:pathLst>
            <a:path>
              <a:moveTo>
                <a:pt x="0" y="9722"/>
              </a:moveTo>
              <a:lnTo>
                <a:pt x="671172" y="9722"/>
              </a:lnTo>
            </a:path>
          </a:pathLst>
        </a:custGeom>
        <a:noFill/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438025" y="3527946"/>
        <a:ext cx="33558" cy="33558"/>
      </dsp:txXfrm>
    </dsp:sp>
    <dsp:sp modelId="{7D059A30-DBEF-4BBE-9E6D-5077FC97702F}">
      <dsp:nvSpPr>
        <dsp:cNvPr id="0" name=""/>
        <dsp:cNvSpPr/>
      </dsp:nvSpPr>
      <dsp:spPr>
        <a:xfrm>
          <a:off x="5727305" y="3008239"/>
          <a:ext cx="1362505" cy="681252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rgbClr val="FFFFFF"/>
              </a:solidFill>
              <a:latin typeface="Calibri" panose="020F0502020204030204"/>
              <a:ea typeface="+mn-ea"/>
              <a:cs typeface="+mn-cs"/>
            </a:rPr>
            <a:t>No obstacle Move Forward</a:t>
          </a:r>
        </a:p>
      </dsp:txBody>
      <dsp:txXfrm>
        <a:off x="5747258" y="3028192"/>
        <a:ext cx="1322599" cy="641346"/>
      </dsp:txXfrm>
    </dsp:sp>
    <dsp:sp modelId="{82E5840E-FCB7-49B5-AAAF-7C1A6DFF55F7}">
      <dsp:nvSpPr>
        <dsp:cNvPr id="0" name=""/>
        <dsp:cNvSpPr/>
      </dsp:nvSpPr>
      <dsp:spPr>
        <a:xfrm rot="2142401">
          <a:off x="5119218" y="3926723"/>
          <a:ext cx="671172" cy="19445"/>
        </a:xfrm>
        <a:custGeom>
          <a:avLst/>
          <a:gdLst/>
          <a:ahLst/>
          <a:cxnLst/>
          <a:rect l="0" t="0" r="0" b="0"/>
          <a:pathLst>
            <a:path>
              <a:moveTo>
                <a:pt x="0" y="9722"/>
              </a:moveTo>
              <a:lnTo>
                <a:pt x="671172" y="9722"/>
              </a:lnTo>
            </a:path>
          </a:pathLst>
        </a:custGeom>
        <a:noFill/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438025" y="3919667"/>
        <a:ext cx="33558" cy="33558"/>
      </dsp:txXfrm>
    </dsp:sp>
    <dsp:sp modelId="{A3D47BF7-76D9-4D20-97E3-60DA637545F4}">
      <dsp:nvSpPr>
        <dsp:cNvPr id="0" name=""/>
        <dsp:cNvSpPr/>
      </dsp:nvSpPr>
      <dsp:spPr>
        <a:xfrm>
          <a:off x="5727305" y="3791680"/>
          <a:ext cx="1362505" cy="681252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rgbClr val="FFFFFF"/>
              </a:solidFill>
              <a:latin typeface="Calibri" panose="020F0502020204030204"/>
              <a:ea typeface="+mn-ea"/>
              <a:cs typeface="+mn-cs"/>
            </a:rPr>
            <a:t>Obstacle present then read left and right distance</a:t>
          </a:r>
        </a:p>
      </dsp:txBody>
      <dsp:txXfrm>
        <a:off x="5747258" y="3811633"/>
        <a:ext cx="1322599" cy="641346"/>
      </dsp:txXfrm>
    </dsp:sp>
    <dsp:sp modelId="{EFED9D84-C3F6-4EF5-8CE4-00E96FE0C1F2}">
      <dsp:nvSpPr>
        <dsp:cNvPr id="0" name=""/>
        <dsp:cNvSpPr/>
      </dsp:nvSpPr>
      <dsp:spPr>
        <a:xfrm rot="19457599">
          <a:off x="7026725" y="3926723"/>
          <a:ext cx="671172" cy="19445"/>
        </a:xfrm>
        <a:custGeom>
          <a:avLst/>
          <a:gdLst/>
          <a:ahLst/>
          <a:cxnLst/>
          <a:rect l="0" t="0" r="0" b="0"/>
          <a:pathLst>
            <a:path>
              <a:moveTo>
                <a:pt x="0" y="9722"/>
              </a:moveTo>
              <a:lnTo>
                <a:pt x="671172" y="9722"/>
              </a:lnTo>
            </a:path>
          </a:pathLst>
        </a:custGeom>
        <a:noFill/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345532" y="3919667"/>
        <a:ext cx="33558" cy="33558"/>
      </dsp:txXfrm>
    </dsp:sp>
    <dsp:sp modelId="{1EBC72D9-8D27-4E66-9CB0-B9F77D8D360A}">
      <dsp:nvSpPr>
        <dsp:cNvPr id="0" name=""/>
        <dsp:cNvSpPr/>
      </dsp:nvSpPr>
      <dsp:spPr>
        <a:xfrm>
          <a:off x="7634812" y="3399960"/>
          <a:ext cx="1362505" cy="681252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rgbClr val="FFFFFF"/>
              </a:solidFill>
              <a:latin typeface="Calibri" panose="020F0502020204030204"/>
              <a:ea typeface="+mn-ea"/>
              <a:cs typeface="+mn-cs"/>
            </a:rPr>
            <a:t>If right dist. &gt; left dist then turn right</a:t>
          </a:r>
        </a:p>
      </dsp:txBody>
      <dsp:txXfrm>
        <a:off x="7654765" y="3419913"/>
        <a:ext cx="1322599" cy="641346"/>
      </dsp:txXfrm>
    </dsp:sp>
    <dsp:sp modelId="{3F77CC43-ABFE-4575-AA3D-1FA8B4470B12}">
      <dsp:nvSpPr>
        <dsp:cNvPr id="0" name=""/>
        <dsp:cNvSpPr/>
      </dsp:nvSpPr>
      <dsp:spPr>
        <a:xfrm rot="2142401">
          <a:off x="7026725" y="4318443"/>
          <a:ext cx="671172" cy="19445"/>
        </a:xfrm>
        <a:custGeom>
          <a:avLst/>
          <a:gdLst/>
          <a:ahLst/>
          <a:cxnLst/>
          <a:rect l="0" t="0" r="0" b="0"/>
          <a:pathLst>
            <a:path>
              <a:moveTo>
                <a:pt x="0" y="9722"/>
              </a:moveTo>
              <a:lnTo>
                <a:pt x="671172" y="9722"/>
              </a:lnTo>
            </a:path>
          </a:pathLst>
        </a:custGeom>
        <a:noFill/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345532" y="4311387"/>
        <a:ext cx="33558" cy="33558"/>
      </dsp:txXfrm>
    </dsp:sp>
    <dsp:sp modelId="{75928510-58CB-4575-8E7D-4CE376476727}">
      <dsp:nvSpPr>
        <dsp:cNvPr id="0" name=""/>
        <dsp:cNvSpPr/>
      </dsp:nvSpPr>
      <dsp:spPr>
        <a:xfrm>
          <a:off x="7634812" y="4183400"/>
          <a:ext cx="1362505" cy="681252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rgbClr val="FFFFFF"/>
              </a:solidFill>
              <a:latin typeface="Calibri" panose="020F0502020204030204"/>
              <a:ea typeface="+mn-ea"/>
              <a:cs typeface="+mn-cs"/>
            </a:rPr>
            <a:t>If left dist. &gt; right dist then turn left</a:t>
          </a:r>
        </a:p>
      </dsp:txBody>
      <dsp:txXfrm>
        <a:off x="7654765" y="4203353"/>
        <a:ext cx="1322599" cy="64134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57F052-26A3-4B34-9C6C-048DF2D1477F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CBCC7A-524E-4396-9741-80D861940E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95690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EA5F9-6D3C-46CC-B4AF-C2463854BF6F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5FDEFF81-C438-6178-4C16-A1D2E03AA40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2" y="0"/>
            <a:ext cx="1348190" cy="927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28996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160AD-8539-4DCD-A69E-1310C6BC6E99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FDEFF81-C438-6178-4C16-A1D2E03AA40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2" y="0"/>
            <a:ext cx="1348190" cy="927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196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092D5-E495-49B1-A69B-DE19FC4280E7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5FDEFF81-C438-6178-4C16-A1D2E03AA40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2" y="0"/>
            <a:ext cx="1348190" cy="927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76503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D878F-46F2-4158-B3E6-75EE631B4D0A}" type="datetime1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FDEFF81-C438-6178-4C16-A1D2E03AA40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2" y="0"/>
            <a:ext cx="1348190" cy="927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4159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711D0-4373-474B-8BA9-D6197ED76E03}" type="datetime1">
              <a:rPr lang="en-US" smtClean="0"/>
              <a:t>11/25/2025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FDEFF81-C438-6178-4C16-A1D2E03AA40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2" y="0"/>
            <a:ext cx="1348190" cy="927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5632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D7DC1-B5D6-4427-80A7-6A234657A589}" type="datetime1">
              <a:rPr lang="en-US" smtClean="0"/>
              <a:t>11/25/2025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FDEFF81-C438-6178-4C16-A1D2E03AA40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2" y="0"/>
            <a:ext cx="1348190" cy="927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41708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F8971-F4BF-4666-97E7-871FE8531892}" type="datetime1">
              <a:rPr lang="en-US" smtClean="0"/>
              <a:t>11/25/2025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FDEFF81-C438-6178-4C16-A1D2E03AA40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2" y="0"/>
            <a:ext cx="1348190" cy="927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77469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64B4D5DB-4871-461A-BF1C-625B8547E6FF}" type="datetime1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E15108C-154A-4A5A-9C05-91A49A422BA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FDEFF81-C438-6178-4C16-A1D2E03AA40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2" y="0"/>
            <a:ext cx="1348190" cy="927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7239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D7E97-ECD5-4478-BFAA-5D4F7D9FBED5}" type="datetime1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FDEFF81-C438-6178-4C16-A1D2E03AA40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2" y="0"/>
            <a:ext cx="1348190" cy="927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8741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8B741-D9AC-4A42-9914-671F271F6A4E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FDEFF81-C438-6178-4C16-A1D2E03AA40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2" y="0"/>
            <a:ext cx="1348190" cy="927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12195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5A737-F464-43FE-9B54-D99E2AE7AFA7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FDEFF81-C438-6178-4C16-A1D2E03AA40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2" y="0"/>
            <a:ext cx="1348190" cy="927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21854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300A1F2-DE1C-4B6D-BA37-445289F9B455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BE15108C-154A-4A5A-9C05-91A49A422BA7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4922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24" r:id="rId3"/>
    <p:sldLayoutId id="2147483725" r:id="rId4"/>
    <p:sldLayoutId id="2147483726" r:id="rId5"/>
    <p:sldLayoutId id="2147483727" r:id="rId6"/>
    <p:sldLayoutId id="2147483728" r:id="rId7"/>
    <p:sldLayoutId id="2147483729" r:id="rId8"/>
    <p:sldLayoutId id="2147483730" r:id="rId9"/>
    <p:sldLayoutId id="2147483731" r:id="rId10"/>
    <p:sldLayoutId id="2147483732" r:id="rId11"/>
  </p:sldLayoutIdLst>
  <p:hf hdr="0" ft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image" Target="../media/image5.jpeg"/><Relationship Id="rId7" Type="http://schemas.openxmlformats.org/officeDocument/2006/relationships/image" Target="../media/image9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arduino.cc/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FD651-2A5B-C701-5A34-66B8472405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3394" y="103517"/>
            <a:ext cx="10058400" cy="3801291"/>
          </a:xfrm>
        </p:spPr>
        <p:txBody>
          <a:bodyPr>
            <a:normAutofit/>
          </a:bodyPr>
          <a:lstStyle/>
          <a:p>
            <a:pPr algn="ctr"/>
            <a:r>
              <a:rPr lang="en-IN" sz="4400" dirty="0">
                <a:latin typeface="Times New Roman"/>
                <a:cs typeface="Times New Roman"/>
              </a:rPr>
              <a:t>A </a:t>
            </a:r>
            <a:b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4400" dirty="0">
                <a:latin typeface="Times New Roman"/>
                <a:cs typeface="Times New Roman"/>
              </a:rPr>
              <a:t>Mini Project (BCC-351) </a:t>
            </a:r>
            <a:b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4400" dirty="0">
                <a:latin typeface="Times New Roman"/>
                <a:cs typeface="Times New Roman"/>
              </a:rPr>
              <a:t>Presentation </a:t>
            </a:r>
            <a:b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4400" dirty="0">
                <a:latin typeface="Times New Roman"/>
                <a:cs typeface="Times New Roman"/>
              </a:rPr>
              <a:t>on </a:t>
            </a:r>
            <a:b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4400" dirty="0">
                <a:latin typeface="Times New Roman"/>
                <a:cs typeface="Times New Roman"/>
              </a:rPr>
              <a:t>“    </a:t>
            </a:r>
            <a:r>
              <a:rPr lang="en-IN" sz="4400" dirty="0" err="1">
                <a:latin typeface="Times New Roman"/>
                <a:cs typeface="Times New Roman"/>
              </a:rPr>
              <a:t>DriveX</a:t>
            </a:r>
            <a:r>
              <a:rPr lang="en-IN" sz="4400" dirty="0">
                <a:latin typeface="Times New Roman"/>
                <a:cs typeface="Times New Roman"/>
              </a:rPr>
              <a:t>    ”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35E3A6-D683-4AEA-A481-B7021D78E8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29446" y="4590729"/>
            <a:ext cx="9915881" cy="1643428"/>
          </a:xfrm>
        </p:spPr>
        <p:txBody>
          <a:bodyPr>
            <a:noAutofit/>
          </a:bodyPr>
          <a:lstStyle/>
          <a:p>
            <a:r>
              <a:rPr lang="en-IN" cap="none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by-</a:t>
            </a:r>
          </a:p>
          <a:p>
            <a:r>
              <a:rPr lang="en-IN" sz="1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1.Ashwani </a:t>
            </a:r>
            <a:r>
              <a:rPr lang="en-IN" sz="180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patel</a:t>
            </a:r>
            <a:r>
              <a:rPr lang="en-IN" sz="1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(2400320310049)             3. </a:t>
            </a:r>
            <a:r>
              <a:rPr lang="en-IN" sz="180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anuj</a:t>
            </a:r>
            <a:r>
              <a:rPr lang="en-IN" sz="1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bansal</a:t>
            </a:r>
            <a:r>
              <a:rPr lang="en-IN" sz="1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(2400320310038)</a:t>
            </a:r>
          </a:p>
          <a:p>
            <a:r>
              <a:rPr lang="en-IN" sz="1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2.Bhumika </a:t>
            </a:r>
            <a:r>
              <a:rPr lang="en-IN" sz="180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chaudhary</a:t>
            </a:r>
            <a:r>
              <a:rPr lang="en-IN" sz="1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(2400320310058)  4.anil </a:t>
            </a:r>
            <a:r>
              <a:rPr lang="en-IN" sz="180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soini</a:t>
            </a:r>
            <a:r>
              <a:rPr lang="en-IN" sz="1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(2400320310027)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F4766F-2654-7228-412D-6DDF0A06F09F}"/>
              </a:ext>
            </a:extLst>
          </p:cNvPr>
          <p:cNvSpPr txBox="1"/>
          <p:nvPr/>
        </p:nvSpPr>
        <p:spPr>
          <a:xfrm>
            <a:off x="983394" y="6309366"/>
            <a:ext cx="102980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Electronics &amp; Communication Engineering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D98AA-16B7-469D-AFC9-E00BB49A28D1}" type="datetime1">
              <a:rPr lang="en-US" smtClean="0"/>
              <a:t>11/25/2025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524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56DE5961-4946-F673-2855-8BA0FFB3A69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61870" y="1967163"/>
            <a:ext cx="10828373" cy="40082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Arial" pitchFamily="34" charset="0"/>
              <a:buChar char="•"/>
              <a:defRPr/>
            </a:pPr>
            <a:r>
              <a:rPr lang="en-US" sz="2400">
                <a:latin typeface="Times New Roman" pitchFamily="18" charset="0"/>
                <a:cs typeface="Times New Roman" pitchFamily="18" charset="0"/>
              </a:rPr>
              <a:t>Introduction</a:t>
            </a:r>
          </a:p>
          <a:p>
            <a:pPr marL="457200" indent="-457200">
              <a:buFont typeface="Arial" pitchFamily="34" charset="0"/>
              <a:buChar char="•"/>
              <a:defRPr/>
            </a:pPr>
            <a:r>
              <a:rPr lang="en-US" sz="2400">
                <a:latin typeface="Times New Roman" pitchFamily="18" charset="0"/>
                <a:cs typeface="Times New Roman" pitchFamily="18" charset="0"/>
              </a:rPr>
              <a:t>Objectives</a:t>
            </a:r>
          </a:p>
          <a:p>
            <a:pPr marL="457200" indent="-457200">
              <a:buFont typeface="Arial" pitchFamily="34" charset="0"/>
              <a:buChar char="•"/>
              <a:defRPr/>
            </a:pPr>
            <a:r>
              <a:rPr lang="en-US" sz="2400">
                <a:latin typeface="Times New Roman" pitchFamily="18" charset="0"/>
                <a:cs typeface="Times New Roman" pitchFamily="18" charset="0"/>
              </a:rPr>
              <a:t>Motivation</a:t>
            </a:r>
          </a:p>
          <a:p>
            <a:pPr marL="457200" indent="-457200">
              <a:buFont typeface="Arial" pitchFamily="34" charset="0"/>
              <a:buChar char="•"/>
              <a:defRPr/>
            </a:pPr>
            <a:r>
              <a:rPr lang="en-US" sz="2400">
                <a:latin typeface="Times New Roman" pitchFamily="18" charset="0"/>
                <a:cs typeface="Times New Roman" pitchFamily="18" charset="0"/>
              </a:rPr>
              <a:t>Working</a:t>
            </a:r>
          </a:p>
          <a:p>
            <a:pPr marL="457200" indent="-457200">
              <a:buFont typeface="Arial" pitchFamily="34" charset="0"/>
              <a:buChar char="•"/>
              <a:defRPr/>
            </a:pPr>
            <a:r>
              <a:rPr lang="en-US" sz="2400">
                <a:latin typeface="Times New Roman" pitchFamily="18" charset="0"/>
                <a:cs typeface="Times New Roman" pitchFamily="18" charset="0"/>
              </a:rPr>
              <a:t>Applications</a:t>
            </a:r>
          </a:p>
          <a:p>
            <a:pPr marL="457200" indent="-457200">
              <a:buFont typeface="Arial" pitchFamily="34" charset="0"/>
              <a:buChar char="•"/>
              <a:defRPr/>
            </a:pPr>
            <a:r>
              <a:rPr lang="en-US" sz="2400">
                <a:latin typeface="Times New Roman" pitchFamily="18" charset="0"/>
                <a:cs typeface="Times New Roman" pitchFamily="18" charset="0"/>
              </a:rPr>
              <a:t>Conclusion &amp; Future Scope </a:t>
            </a:r>
          </a:p>
          <a:p>
            <a:pPr marL="457200" indent="-457200">
              <a:buFont typeface="Arial" pitchFamily="34" charset="0"/>
              <a:buChar char="•"/>
              <a:defRPr/>
            </a:pPr>
            <a:r>
              <a:rPr lang="en-US" sz="2400">
                <a:latin typeface="Times New Roman" pitchFamily="18" charset="0"/>
                <a:cs typeface="Times New Roman" pitchFamily="18" charset="0"/>
              </a:rPr>
              <a:t>References</a:t>
            </a:r>
          </a:p>
          <a:p>
            <a:pPr marL="457200" indent="-457200">
              <a:buFont typeface="Arial" pitchFamily="34" charset="0"/>
              <a:buChar char="•"/>
              <a:defRPr/>
            </a:pPr>
            <a:endParaRPr lang="en-I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632856" y="286603"/>
            <a:ext cx="9522823" cy="1450757"/>
          </a:xfrm>
        </p:spPr>
        <p:txBody>
          <a:bodyPr/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Content</a:t>
            </a:r>
            <a:endParaRPr lang="en-IN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6014D-1169-4F64-B566-A9821986DE46}" type="datetime1">
              <a:rPr lang="en-US" smtClean="0"/>
              <a:t>11/25/2025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6611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B986C-E2EC-72AF-809E-F2CF5F3C3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0038" y="896079"/>
            <a:ext cx="4885962" cy="720048"/>
          </a:xfrm>
        </p:spPr>
        <p:txBody>
          <a:bodyPr>
            <a:normAutofit/>
          </a:bodyPr>
          <a:lstStyle/>
          <a:p>
            <a:pPr algn="just"/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506BB-7D74-4634-AD07-91575543D155}" type="datetime1">
              <a:rPr lang="en-US" smtClean="0"/>
              <a:t>11/25/2025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AF1C96-A2BD-A945-582D-310182397A9E}"/>
              </a:ext>
            </a:extLst>
          </p:cNvPr>
          <p:cNvSpPr txBox="1"/>
          <p:nvPr/>
        </p:nvSpPr>
        <p:spPr>
          <a:xfrm>
            <a:off x="866520" y="2032207"/>
            <a:ext cx="6058665" cy="37492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indent="-28575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kern="10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DriveX</a:t>
            </a:r>
            <a:r>
              <a:rPr lang="en-US" sz="18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is a smart dual-mode robotic car capable of operating in both manual (Bluetooth) and autonomous (obstacle-avoidance) modes. </a:t>
            </a:r>
          </a:p>
          <a:p>
            <a:pPr marL="285750" marR="0" indent="-28575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sz="18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85750" marR="0" indent="-28575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 project combines embedded systems, IoT communication, and automation concepts.</a:t>
            </a:r>
          </a:p>
          <a:p>
            <a:pPr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</a:p>
          <a:p>
            <a:pPr marL="285750" marR="0" indent="-28575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Designed to demonstrate real-world robotic mobility and sensor-based navigation.</a:t>
            </a:r>
          </a:p>
          <a:p>
            <a:endParaRPr lang="en-US"/>
          </a:p>
        </p:txBody>
      </p:sp>
      <p:pic>
        <p:nvPicPr>
          <p:cNvPr id="17" name="Picture 16" descr="A small robot with wheels and wires&#10;&#10;AI-generated content may be incorrect.">
            <a:extLst>
              <a:ext uri="{FF2B5EF4-FFF2-40B4-BE49-F238E27FC236}">
                <a16:creationId xmlns:a16="http://schemas.microsoft.com/office/drawing/2014/main" id="{EA90153E-E308-998C-6F73-95B5D44ED1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41" r="4107" b="26715"/>
          <a:stretch/>
        </p:blipFill>
        <p:spPr>
          <a:xfrm>
            <a:off x="7547985" y="1961117"/>
            <a:ext cx="3664498" cy="393848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448014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B986C-E2EC-72AF-809E-F2CF5F3C3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0038" y="887453"/>
            <a:ext cx="4885962" cy="720048"/>
          </a:xfrm>
        </p:spPr>
        <p:txBody>
          <a:bodyPr>
            <a:normAutofit/>
          </a:bodyPr>
          <a:lstStyle/>
          <a:p>
            <a:pPr algn="just"/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endParaRPr lang="en-US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75305-860B-406F-9262-B23782A52CB1}" type="datetime1">
              <a:rPr lang="en-US" smtClean="0"/>
              <a:t>11/25/2025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214024-E49F-FA96-AA1E-13F3A06FA1CF}"/>
              </a:ext>
            </a:extLst>
          </p:cNvPr>
          <p:cNvSpPr txBox="1"/>
          <p:nvPr/>
        </p:nvSpPr>
        <p:spPr>
          <a:xfrm>
            <a:off x="1097280" y="2182483"/>
            <a:ext cx="7221016" cy="41596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marR="0" indent="-28575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Develop a dual-mode robotic car using Arduino Nano.</a:t>
            </a:r>
          </a:p>
          <a:p>
            <a:pPr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</a:p>
          <a:p>
            <a:pPr marL="285750" marR="0" indent="-28575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Implement wireless control through Bluetooth (mobile app).</a:t>
            </a:r>
          </a:p>
          <a:p>
            <a:pPr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</a:p>
          <a:p>
            <a:pPr marL="285750" marR="0" indent="-28575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Integrate ultrasonic sensors for obstacle detection and avoidance.</a:t>
            </a:r>
          </a:p>
          <a:p>
            <a:pPr marL="285750" marR="0" indent="-28575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sz="18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85750" marR="0" indent="-28575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Display real-time data such as mode and distance on an LCD.</a:t>
            </a:r>
          </a:p>
          <a:p>
            <a:pPr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</a:p>
          <a:p>
            <a:pPr marL="285750" marR="0" indent="-28575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Ensure smooth switching between manual and autonomous modes.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0861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B986C-E2EC-72AF-809E-F2CF5F3C3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0038" y="861573"/>
            <a:ext cx="4885962" cy="720048"/>
          </a:xfrm>
        </p:spPr>
        <p:txBody>
          <a:bodyPr>
            <a:normAutofit/>
          </a:bodyPr>
          <a:lstStyle/>
          <a:p>
            <a:pPr algn="just"/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  <a:endParaRPr lang="en-US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ACCFF-95C3-4C35-8DBA-80A0A839C3A2}" type="datetime1">
              <a:rPr lang="en-US" smtClean="0"/>
              <a:t>11/25/2025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6D8CBC-FF55-A221-00F6-E3867516B7B8}"/>
              </a:ext>
            </a:extLst>
          </p:cNvPr>
          <p:cNvSpPr txBox="1"/>
          <p:nvPr/>
        </p:nvSpPr>
        <p:spPr>
          <a:xfrm>
            <a:off x="974784" y="2362044"/>
            <a:ext cx="8824275" cy="3317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marR="0" indent="-28575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Growing importance of autonomous vehicles and IoT-driven automation.</a:t>
            </a:r>
          </a:p>
          <a:p>
            <a:pPr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endParaRPr lang="en-US" sz="18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85750" marR="0" indent="-28575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Desire to create a low-cost prototype that simulates modern smart car technologies.</a:t>
            </a:r>
          </a:p>
          <a:p>
            <a:pPr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</a:p>
          <a:p>
            <a:pPr marL="285750" marR="0" indent="-28575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To understand embedded system integration, real-time sensing, and control logic.</a:t>
            </a:r>
          </a:p>
          <a:p>
            <a:pPr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</a:p>
          <a:p>
            <a:pPr marL="285750" marR="0" indent="-28575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Helpful for students and researchers exploring robotics and automation.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4801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B986C-E2EC-72AF-809E-F2CF5F3C3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0038" y="861574"/>
            <a:ext cx="4885962" cy="720048"/>
          </a:xfrm>
        </p:spPr>
        <p:txBody>
          <a:bodyPr>
            <a:normAutofit/>
          </a:bodyPr>
          <a:lstStyle/>
          <a:p>
            <a:pPr algn="just"/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COMPONENTS</a:t>
            </a:r>
            <a:endParaRPr lang="en-US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5A9AA-4EA5-4782-89FA-B3FE12EA032A}" type="datetime1">
              <a:rPr lang="en-US" smtClean="0"/>
              <a:t>11/25/2025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26B2ED-7AF3-F239-FBD4-EF10889E06D5}"/>
              </a:ext>
            </a:extLst>
          </p:cNvPr>
          <p:cNvSpPr txBox="1"/>
          <p:nvPr/>
        </p:nvSpPr>
        <p:spPr>
          <a:xfrm>
            <a:off x="1097280" y="2151474"/>
            <a:ext cx="3152851" cy="37384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marR="0" indent="-3429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</a:pPr>
            <a:r>
              <a:rPr lang="en-US" sz="18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Arduino Nano</a:t>
            </a:r>
          </a:p>
          <a:p>
            <a:pPr marL="342900" marR="0" indent="-3429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</a:pPr>
            <a:r>
              <a:rPr lang="en-US" sz="18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HC-05 Bluetooth Module </a:t>
            </a:r>
          </a:p>
          <a:p>
            <a:pPr marL="342900" marR="0" indent="-3429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</a:pPr>
            <a:r>
              <a:rPr lang="en-US" sz="18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Ultrasonic Sensor </a:t>
            </a:r>
          </a:p>
          <a:p>
            <a:pPr marL="342900" marR="0" indent="-3429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</a:pPr>
            <a:r>
              <a:rPr lang="en-US" sz="18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L298N Motor Driver </a:t>
            </a:r>
          </a:p>
          <a:p>
            <a:pPr marL="342900" marR="0" indent="-3429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</a:pPr>
            <a:r>
              <a:rPr lang="en-US" sz="18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N20 Motors and Wheels</a:t>
            </a:r>
          </a:p>
          <a:p>
            <a:pPr marL="342900" marR="0" indent="-3429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</a:pPr>
            <a:r>
              <a:rPr lang="en-US" sz="18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Servo Motor</a:t>
            </a:r>
          </a:p>
          <a:p>
            <a:pPr marL="342900" marR="0" indent="-3429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</a:pPr>
            <a:r>
              <a:rPr lang="en-US" sz="18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LCD Display</a:t>
            </a:r>
          </a:p>
          <a:p>
            <a:pPr marL="342900" marR="0" indent="-3429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</a:pPr>
            <a:r>
              <a:rPr lang="en-US" sz="18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Battery, and Chassis</a:t>
            </a:r>
          </a:p>
          <a:p>
            <a:endParaRPr lang="en-US"/>
          </a:p>
        </p:txBody>
      </p:sp>
      <p:pic>
        <p:nvPicPr>
          <p:cNvPr id="7" name="Picture 6" descr="A green circuit board with many small pins&#10;&#10;AI-generated content may be incorrect.">
            <a:extLst>
              <a:ext uri="{FF2B5EF4-FFF2-40B4-BE49-F238E27FC236}">
                <a16:creationId xmlns:a16="http://schemas.microsoft.com/office/drawing/2014/main" id="{EF5EBDCD-FD72-813A-45DC-BB93AC57682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1675" y="1980074"/>
            <a:ext cx="1832883" cy="1737573"/>
          </a:xfrm>
          <a:prstGeom prst="rect">
            <a:avLst/>
          </a:prstGeom>
        </p:spPr>
      </p:pic>
      <p:pic>
        <p:nvPicPr>
          <p:cNvPr id="9" name="Picture 8" descr="A close-up of a computer chip&#10;&#10;AI-generated content may be incorrect.">
            <a:extLst>
              <a:ext uri="{FF2B5EF4-FFF2-40B4-BE49-F238E27FC236}">
                <a16:creationId xmlns:a16="http://schemas.microsoft.com/office/drawing/2014/main" id="{EA79203C-1873-87AC-9FE6-0D8D75979E8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0331" y="2151474"/>
            <a:ext cx="1832882" cy="1832882"/>
          </a:xfrm>
          <a:prstGeom prst="rect">
            <a:avLst/>
          </a:prstGeom>
        </p:spPr>
      </p:pic>
      <p:pic>
        <p:nvPicPr>
          <p:cNvPr id="13" name="Picture 12" descr="A close-up of a blue circuit board&#10;&#10;AI-generated content may be incorrect.">
            <a:extLst>
              <a:ext uri="{FF2B5EF4-FFF2-40B4-BE49-F238E27FC236}">
                <a16:creationId xmlns:a16="http://schemas.microsoft.com/office/drawing/2014/main" id="{B1C3B04F-9902-EFEB-23B8-70EA521CA82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1649" y="1789057"/>
            <a:ext cx="2103408" cy="2103408"/>
          </a:xfrm>
          <a:prstGeom prst="rect">
            <a:avLst/>
          </a:prstGeom>
        </p:spPr>
      </p:pic>
      <p:pic>
        <p:nvPicPr>
          <p:cNvPr id="15" name="Picture 14" descr="A close-up of a circuit board&#10;&#10;AI-generated content may be incorrect.">
            <a:extLst>
              <a:ext uri="{FF2B5EF4-FFF2-40B4-BE49-F238E27FC236}">
                <a16:creationId xmlns:a16="http://schemas.microsoft.com/office/drawing/2014/main" id="{0E73FAD9-C310-AC70-31C2-EF628DA3254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7708" y="3892465"/>
            <a:ext cx="1832882" cy="1631265"/>
          </a:xfrm>
          <a:prstGeom prst="rect">
            <a:avLst/>
          </a:prstGeom>
        </p:spPr>
      </p:pic>
      <p:pic>
        <p:nvPicPr>
          <p:cNvPr id="17" name="Picture 16" descr="A small black wheel with a metal motor&#10;&#10;AI-generated content may be incorrect.">
            <a:extLst>
              <a:ext uri="{FF2B5EF4-FFF2-40B4-BE49-F238E27FC236}">
                <a16:creationId xmlns:a16="http://schemas.microsoft.com/office/drawing/2014/main" id="{12D618A0-CCF6-DAC5-B40A-2F7FAC269FD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0331" y="4020703"/>
            <a:ext cx="1677083" cy="1700412"/>
          </a:xfrm>
          <a:prstGeom prst="rect">
            <a:avLst/>
          </a:prstGeom>
        </p:spPr>
      </p:pic>
      <p:pic>
        <p:nvPicPr>
          <p:cNvPr id="19" name="Picture 18" descr="A small blue electric motor with wires and screws&#10;&#10;AI-generated content may be incorrect.">
            <a:extLst>
              <a:ext uri="{FF2B5EF4-FFF2-40B4-BE49-F238E27FC236}">
                <a16:creationId xmlns:a16="http://schemas.microsoft.com/office/drawing/2014/main" id="{2576FE98-6A63-50E8-9D7E-0BFF4727EB2F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1649" y="512267"/>
            <a:ext cx="1478280" cy="1109472"/>
          </a:xfrm>
          <a:prstGeom prst="rect">
            <a:avLst/>
          </a:prstGeom>
        </p:spPr>
      </p:pic>
      <p:pic>
        <p:nvPicPr>
          <p:cNvPr id="21" name="Picture 20" descr="A close-up of a computer screen&#10;&#10;AI-generated content may be incorrect.">
            <a:extLst>
              <a:ext uri="{FF2B5EF4-FFF2-40B4-BE49-F238E27FC236}">
                <a16:creationId xmlns:a16="http://schemas.microsoft.com/office/drawing/2014/main" id="{53F72B9E-3A57-3467-F87A-188E80F4772A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431" t="26742"/>
          <a:stretch/>
        </p:blipFill>
        <p:spPr>
          <a:xfrm>
            <a:off x="9574488" y="4615130"/>
            <a:ext cx="2180419" cy="1173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48949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74B2EEC-6247-A041-ACD7-7E845BC84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F8971-F4BF-4666-97E7-871FE8531892}" type="datetime1">
              <a:rPr lang="en-US" smtClean="0"/>
              <a:t>11/25/2025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FD72F6B-0AED-055D-90B3-D68A57B72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B471C0-F982-E34A-ECAF-6FFC26F413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8172" y="0"/>
            <a:ext cx="10410825" cy="632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98358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B986C-E2EC-72AF-809E-F2CF5F3C3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0038" y="861573"/>
            <a:ext cx="4885962" cy="720048"/>
          </a:xfrm>
        </p:spPr>
        <p:txBody>
          <a:bodyPr>
            <a:normAutofit/>
          </a:bodyPr>
          <a:lstStyle/>
          <a:p>
            <a:pPr algn="just"/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WORKING</a:t>
            </a:r>
            <a:endParaRPr lang="en-US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5A9AA-4EA5-4782-89FA-B3FE12EA032A}" type="datetime1">
              <a:rPr lang="en-US" smtClean="0"/>
              <a:t>11/25/2025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BCDC3F-5995-34DE-851F-869F29862E41}"/>
              </a:ext>
            </a:extLst>
          </p:cNvPr>
          <p:cNvSpPr txBox="1"/>
          <p:nvPr/>
        </p:nvSpPr>
        <p:spPr>
          <a:xfrm>
            <a:off x="887310" y="2362044"/>
            <a:ext cx="7262373" cy="3317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b="1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Mode 1: Bluetooth Mode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</a:p>
          <a:p>
            <a:pPr marL="342900" marR="0" indent="-3429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</a:pPr>
            <a:r>
              <a:rPr lang="en-US" sz="1800" kern="10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DriveX</a:t>
            </a:r>
            <a:r>
              <a:rPr lang="en-US" sz="18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connects with a mobile app via HC-05 Bluetooth module.</a:t>
            </a:r>
          </a:p>
          <a:p>
            <a:pPr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</a:p>
          <a:p>
            <a:pPr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2.   User can send movement commands: forward, backward, left, right.</a:t>
            </a:r>
          </a:p>
          <a:p>
            <a:pPr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</a:p>
          <a:p>
            <a:pPr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kern="10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3.   </a:t>
            </a:r>
            <a:r>
              <a:rPr lang="en-US" sz="18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LCD shows “Bluetooth Mode” and movement direction.</a:t>
            </a:r>
          </a:p>
          <a:p>
            <a:endParaRPr lang="en-US"/>
          </a:p>
        </p:txBody>
      </p:sp>
      <p:pic>
        <p:nvPicPr>
          <p:cNvPr id="7" name="Picture 6" descr="A small robot with wheels and a green rectangular object with a yellow label&#10;&#10;AI-generated content may be incorrect.">
            <a:extLst>
              <a:ext uri="{FF2B5EF4-FFF2-40B4-BE49-F238E27FC236}">
                <a16:creationId xmlns:a16="http://schemas.microsoft.com/office/drawing/2014/main" id="{232785A6-225B-7437-7A29-9BFD6BFC22A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2898" r="5113" b="19306"/>
          <a:stretch/>
        </p:blipFill>
        <p:spPr>
          <a:xfrm>
            <a:off x="8596857" y="2132311"/>
            <a:ext cx="2971166" cy="377584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435503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B986C-E2EC-72AF-809E-F2CF5F3C3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0038" y="844321"/>
            <a:ext cx="4885962" cy="720048"/>
          </a:xfrm>
        </p:spPr>
        <p:txBody>
          <a:bodyPr>
            <a:normAutofit/>
          </a:bodyPr>
          <a:lstStyle/>
          <a:p>
            <a:pPr algn="just"/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WORKING</a:t>
            </a:r>
            <a:endParaRPr lang="en-US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5A9AA-4EA5-4782-89FA-B3FE12EA032A}" type="datetime1">
              <a:rPr lang="en-US" smtClean="0"/>
              <a:t>11/25/2025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BCDC3F-5995-34DE-851F-869F29862E41}"/>
              </a:ext>
            </a:extLst>
          </p:cNvPr>
          <p:cNvSpPr txBox="1"/>
          <p:nvPr/>
        </p:nvSpPr>
        <p:spPr>
          <a:xfrm>
            <a:off x="887310" y="2129131"/>
            <a:ext cx="7108036" cy="41596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b="1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Mode 2: Obstacle Avoidance Mode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</a:p>
          <a:p>
            <a:pPr marL="342900" marR="0" indent="-3429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</a:pPr>
            <a:r>
              <a:rPr lang="en-US" sz="18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Ultrasonic sensor continuously measures distance.</a:t>
            </a:r>
          </a:p>
          <a:p>
            <a:pPr marL="342900" marR="0" indent="-3429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</a:pPr>
            <a:endParaRPr lang="en-US" kern="10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AutoNum type="arabicPeriod" startAt="2"/>
            </a:pPr>
            <a:r>
              <a:rPr lang="en-US" sz="18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Arduino processes data</a:t>
            </a:r>
          </a:p>
          <a:p>
            <a:pPr marL="342900" marR="0" indent="-3429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AutoNum type="arabicPeriod" startAt="2"/>
            </a:pPr>
            <a:endParaRPr lang="en-US" sz="18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AutoNum type="arabicPeriod" startAt="2"/>
            </a:pPr>
            <a:r>
              <a:rPr lang="en-US" sz="18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if an obstacle is detected, the car changes direction automatically.</a:t>
            </a:r>
          </a:p>
          <a:p>
            <a:pPr marL="342900" marR="0" indent="-3429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AutoNum type="arabicPeriod" startAt="2"/>
            </a:pPr>
            <a:endParaRPr lang="en-US" sz="18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 kern="10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4</a:t>
            </a:r>
            <a:r>
              <a:rPr lang="en-US" sz="18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  LCD displays “Obstacle Mode” and the detected distance.</a:t>
            </a:r>
          </a:p>
          <a:p>
            <a:endParaRPr lang="en-US"/>
          </a:p>
        </p:txBody>
      </p:sp>
      <p:pic>
        <p:nvPicPr>
          <p:cNvPr id="7" name="Picture 6" descr="A small electronic device with wheels&#10;&#10;AI-generated content may be incorrect.">
            <a:extLst>
              <a:ext uri="{FF2B5EF4-FFF2-40B4-BE49-F238E27FC236}">
                <a16:creationId xmlns:a16="http://schemas.microsoft.com/office/drawing/2014/main" id="{C0714863-1BD1-9698-047E-8172EDC7CB2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866" b="17617"/>
          <a:stretch/>
        </p:blipFill>
        <p:spPr>
          <a:xfrm>
            <a:off x="8481332" y="2129131"/>
            <a:ext cx="3048854" cy="376974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83321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B986C-E2EC-72AF-809E-F2CF5F3C3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0038" y="870201"/>
            <a:ext cx="4885962" cy="720048"/>
          </a:xfrm>
        </p:spPr>
        <p:txBody>
          <a:bodyPr>
            <a:normAutofit/>
          </a:bodyPr>
          <a:lstStyle/>
          <a:p>
            <a:pPr algn="just"/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Flow Chart</a:t>
            </a:r>
            <a:endParaRPr lang="en-US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5A9AA-4EA5-4782-89FA-B3FE12EA032A}" type="datetime1">
              <a:rPr lang="en-US" smtClean="0"/>
              <a:t>11/25/2025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pPr/>
              <a:t>10</a:t>
            </a:fld>
            <a:endParaRPr lang="en-US"/>
          </a:p>
        </p:txBody>
      </p:sp>
      <p:graphicFrame>
        <p:nvGraphicFramePr>
          <p:cNvPr id="2080" name="Diagram 2079">
            <a:extLst>
              <a:ext uri="{FF2B5EF4-FFF2-40B4-BE49-F238E27FC236}">
                <a16:creationId xmlns:a16="http://schemas.microsoft.com/office/drawing/2014/main" id="{629B882F-43CA-0D83-8810-99976DC012E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40512644"/>
              </p:ext>
            </p:extLst>
          </p:nvPr>
        </p:nvGraphicFramePr>
        <p:xfrm>
          <a:off x="641195" y="1070519"/>
          <a:ext cx="10909609" cy="63060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855146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B986C-E2EC-72AF-809E-F2CF5F3C3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0038" y="861573"/>
            <a:ext cx="4885962" cy="720048"/>
          </a:xfrm>
        </p:spPr>
        <p:txBody>
          <a:bodyPr>
            <a:normAutofit/>
          </a:bodyPr>
          <a:lstStyle/>
          <a:p>
            <a:pPr algn="just"/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  <a:endParaRPr lang="en-US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D2CA9-916A-485F-8946-26ABE27BB51F}" type="datetime1">
              <a:rPr lang="en-US" smtClean="0"/>
              <a:t>11/25/2025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252F7D-1826-ED18-7C01-814AEED4B80F}"/>
              </a:ext>
            </a:extLst>
          </p:cNvPr>
          <p:cNvSpPr txBox="1"/>
          <p:nvPr/>
        </p:nvSpPr>
        <p:spPr>
          <a:xfrm>
            <a:off x="887310" y="1940903"/>
            <a:ext cx="6550576" cy="41596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marR="0" indent="-28575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Autonomous robotic car systems.</a:t>
            </a:r>
          </a:p>
          <a:p>
            <a:pPr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</a:p>
          <a:p>
            <a:pPr marL="285750" marR="0" indent="-28575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Smart vehicle and home automation projects.</a:t>
            </a:r>
          </a:p>
          <a:p>
            <a:pPr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</a:p>
          <a:p>
            <a:pPr marL="285750" marR="0" indent="-28575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Educational platform for embedded systems and IoT learning.</a:t>
            </a:r>
          </a:p>
          <a:p>
            <a:pPr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</a:p>
          <a:p>
            <a:pPr marL="285750" marR="0" indent="-28575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Warehouse robots or delivery bots.</a:t>
            </a:r>
          </a:p>
          <a:p>
            <a:pPr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</a:p>
          <a:p>
            <a:pPr marL="285750" marR="0" indent="-28575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Prototyping base for self-driving technology.</a:t>
            </a:r>
          </a:p>
          <a:p>
            <a:endParaRPr lang="en-US"/>
          </a:p>
        </p:txBody>
      </p:sp>
      <p:pic>
        <p:nvPicPr>
          <p:cNvPr id="7" name="Picture 6" descr="A green car with a radar system&#10;&#10;AI-generated content may be incorrect.">
            <a:extLst>
              <a:ext uri="{FF2B5EF4-FFF2-40B4-BE49-F238E27FC236}">
                <a16:creationId xmlns:a16="http://schemas.microsoft.com/office/drawing/2014/main" id="{36859BFE-7177-3804-898E-0F8F1CA69AF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6362" y="4351499"/>
            <a:ext cx="2786700" cy="16971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 descr="A robotic arm lifting a box&#10;&#10;AI-generated content may be incorrect.">
            <a:extLst>
              <a:ext uri="{FF2B5EF4-FFF2-40B4-BE49-F238E27FC236}">
                <a16:creationId xmlns:a16="http://schemas.microsoft.com/office/drawing/2014/main" id="{E14E4F8B-D264-67F0-AD49-9606DCFCBB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378"/>
          <a:stretch/>
        </p:blipFill>
        <p:spPr>
          <a:xfrm>
            <a:off x="7824157" y="1955077"/>
            <a:ext cx="3088258" cy="219082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Picture 10" descr="A military vehicle with a large platform on top of it&#10;&#10;AI-generated content may be incorrect.">
            <a:extLst>
              <a:ext uri="{FF2B5EF4-FFF2-40B4-BE49-F238E27FC236}">
                <a16:creationId xmlns:a16="http://schemas.microsoft.com/office/drawing/2014/main" id="{4B44ECD9-6FB9-16E1-B02F-663FAF1819E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1883" y="4325547"/>
            <a:ext cx="2332006" cy="174900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790329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B986C-E2EC-72AF-809E-F2CF5F3C3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4124" y="882046"/>
            <a:ext cx="8126061" cy="720048"/>
          </a:xfrm>
        </p:spPr>
        <p:txBody>
          <a:bodyPr>
            <a:normAutofit/>
          </a:bodyPr>
          <a:lstStyle/>
          <a:p>
            <a:pPr algn="just"/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SCOPE</a:t>
            </a:r>
            <a:endParaRPr lang="en-US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36BD58-0A03-4C43-8FE5-6B5F405EA1B1}" type="datetime1">
              <a:rPr lang="en-US" smtClean="0"/>
              <a:t>11/25/2025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C2E2A3-3DB5-D027-9DC5-B4AFFDB89D5C}"/>
              </a:ext>
            </a:extLst>
          </p:cNvPr>
          <p:cNvSpPr txBox="1"/>
          <p:nvPr/>
        </p:nvSpPr>
        <p:spPr>
          <a:xfrm>
            <a:off x="1097280" y="2197217"/>
            <a:ext cx="5236234" cy="31121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b="1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Conclusion: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</a:p>
          <a:p>
            <a:pPr marL="285750" marR="0" indent="-28575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Successfully developed a dual-mode smart car with both manual and autonomous capabilities.</a:t>
            </a:r>
          </a:p>
          <a:p>
            <a:pPr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</a:p>
          <a:p>
            <a:pPr marL="285750" marR="0" indent="-28575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Demonstrated integration of Arduino, Bluetooth, and ultrasonic technologies.</a:t>
            </a:r>
          </a:p>
          <a:p>
            <a:endParaRPr lang="en-US"/>
          </a:p>
        </p:txBody>
      </p:sp>
      <p:pic>
        <p:nvPicPr>
          <p:cNvPr id="9" name="Picture 8" descr="A small black vehicle with wheels and wires&#10;&#10;AI-generated content may be incorrect.">
            <a:extLst>
              <a:ext uri="{FF2B5EF4-FFF2-40B4-BE49-F238E27FC236}">
                <a16:creationId xmlns:a16="http://schemas.microsoft.com/office/drawing/2014/main" id="{16BA9061-A4FA-FD8F-EE40-7A18E1D0C62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807" r="2071" b="32491"/>
          <a:stretch/>
        </p:blipFill>
        <p:spPr>
          <a:xfrm>
            <a:off x="7892881" y="2197217"/>
            <a:ext cx="3319602" cy="341871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469512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B986C-E2EC-72AF-809E-F2CF5F3C3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3929" y="857469"/>
            <a:ext cx="8126061" cy="720048"/>
          </a:xfrm>
        </p:spPr>
        <p:txBody>
          <a:bodyPr>
            <a:normAutofit/>
          </a:bodyPr>
          <a:lstStyle/>
          <a:p>
            <a:pPr algn="just"/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SCOPE</a:t>
            </a:r>
            <a:endParaRPr lang="en-US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36BD58-0A03-4C43-8FE5-6B5F405EA1B1}" type="datetime1">
              <a:rPr lang="en-US" smtClean="0"/>
              <a:t>11/25/2025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77DE2B-A28E-D3CE-EFD4-2CA6158531F5}"/>
              </a:ext>
            </a:extLst>
          </p:cNvPr>
          <p:cNvSpPr txBox="1"/>
          <p:nvPr/>
        </p:nvSpPr>
        <p:spPr>
          <a:xfrm>
            <a:off x="1097280" y="2154085"/>
            <a:ext cx="5418343" cy="41596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b="1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Future Scope: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</a:p>
          <a:p>
            <a:pPr marL="285750" marR="0" indent="-28575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Add AI-based object recognition using camera.</a:t>
            </a:r>
          </a:p>
          <a:p>
            <a:pPr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</a:p>
          <a:p>
            <a:pPr marL="285750" marR="0" indent="-28575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Integrate GPS and Wi-Fi for remote tracking.</a:t>
            </a:r>
          </a:p>
          <a:p>
            <a:pPr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</a:p>
          <a:p>
            <a:pPr marL="285750" marR="0" indent="-28575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Introduce voice commands and cloud monitoring.</a:t>
            </a:r>
          </a:p>
          <a:p>
            <a:pPr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</a:p>
          <a:p>
            <a:pPr marL="285750" marR="0" indent="-28575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Use solar power for sustainable operation.</a:t>
            </a:r>
          </a:p>
          <a:p>
            <a:endParaRPr lang="en-US"/>
          </a:p>
        </p:txBody>
      </p:sp>
      <p:pic>
        <p:nvPicPr>
          <p:cNvPr id="7" name="Picture 6" descr="A person standing on a street with a yellow taxi and a person standing on a street&#10;&#10;AI-generated content may be incorrect.">
            <a:extLst>
              <a:ext uri="{FF2B5EF4-FFF2-40B4-BE49-F238E27FC236}">
                <a16:creationId xmlns:a16="http://schemas.microsoft.com/office/drawing/2014/main" id="{B0E761A9-513E-12F4-BDB0-BD1350B3164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3769" y="2274856"/>
            <a:ext cx="4449876" cy="348759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952196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AAFEC-FD9C-0EDC-8A0E-88D3EEF204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7061" y="1086190"/>
            <a:ext cx="4113075" cy="638355"/>
          </a:xfrm>
        </p:spPr>
        <p:txBody>
          <a:bodyPr>
            <a:normAutofit fontScale="90000"/>
          </a:bodyPr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2E42467-9430-899C-53CD-53F7F4A2840E}"/>
              </a:ext>
            </a:extLst>
          </p:cNvPr>
          <p:cNvSpPr/>
          <p:nvPr/>
        </p:nvSpPr>
        <p:spPr>
          <a:xfrm>
            <a:off x="1201271" y="1954306"/>
            <a:ext cx="9954409" cy="41685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IN" sz="16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FB0A4-185C-4CEA-9F2F-A390DF210916}" type="datetime1">
              <a:rPr lang="en-US" smtClean="0"/>
              <a:t>11/25/2025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1CFE0A5-E59E-745F-7615-69906972E13B}"/>
              </a:ext>
            </a:extLst>
          </p:cNvPr>
          <p:cNvSpPr txBox="1"/>
          <p:nvPr/>
        </p:nvSpPr>
        <p:spPr>
          <a:xfrm>
            <a:off x="1201271" y="2156450"/>
            <a:ext cx="7192274" cy="3764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1. Arduino Official Documentation – </a:t>
            </a:r>
            <a:r>
              <a:rPr lang="en-US" kern="10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  <a:hlinkClick r:id="rId2"/>
              </a:rPr>
              <a:t>https://docs.arduino.cc/</a:t>
            </a:r>
            <a:r>
              <a:rPr lang="en-US" sz="18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2. HC-05 Bluetooth Module Datasheet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3. L298N Motor Driver Technical Manual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4. Ultrasonic Sensor HC-SR04 Datasheet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5. IoT &amp; Robotics Tutorials  </a:t>
            </a:r>
          </a:p>
        </p:txBody>
      </p:sp>
    </p:spTree>
    <p:extLst>
      <p:ext uri="{BB962C8B-B14F-4D97-AF65-F5344CB8AC3E}">
        <p14:creationId xmlns:p14="http://schemas.microsoft.com/office/powerpoint/2010/main" val="21020379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FA167FB-9AF7-8CAC-39B7-71F6F86CDD3D}"/>
              </a:ext>
            </a:extLst>
          </p:cNvPr>
          <p:cNvSpPr/>
          <p:nvPr/>
        </p:nvSpPr>
        <p:spPr>
          <a:xfrm>
            <a:off x="1541929" y="1766047"/>
            <a:ext cx="9072283" cy="28059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6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E50FC-78CA-40D5-87DE-6DCD5830E9D4}" type="datetime1">
              <a:rPr lang="en-US" smtClean="0"/>
              <a:t>11/25/2025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434684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Application>Microsoft Office PowerPoint</Application>
  <PresentationFormat>Widescreen</PresentationFormat>
  <Slides>15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Retrospect</vt:lpstr>
      <vt:lpstr>A  Mini Project (BCC-351)  Presentation  on   “    DriveX    ”</vt:lpstr>
      <vt:lpstr>Content</vt:lpstr>
      <vt:lpstr>INTRODUCTION</vt:lpstr>
      <vt:lpstr>OBJECTIVE</vt:lpstr>
      <vt:lpstr>MOTIVATION</vt:lpstr>
      <vt:lpstr>COMPONENTS</vt:lpstr>
      <vt:lpstr>PowerPoint Presentation</vt:lpstr>
      <vt:lpstr>WORKING</vt:lpstr>
      <vt:lpstr>WORKING</vt:lpstr>
      <vt:lpstr>Flow Chart</vt:lpstr>
      <vt:lpstr>APPLICATIONS</vt:lpstr>
      <vt:lpstr>CONCLUSION &amp; FUTURE SCOPE</vt:lpstr>
      <vt:lpstr>CONCLUSION &amp; FUTURE SCOPE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revision>82</cp:revision>
  <dcterms:created xsi:type="dcterms:W3CDTF">2022-11-10T13:52:04Z</dcterms:created>
  <dcterms:modified xsi:type="dcterms:W3CDTF">2025-11-25T14:53:25Z</dcterms:modified>
</cp:coreProperties>
</file>